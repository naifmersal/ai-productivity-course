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7" r:id="rId2"/>
    <p:sldMasterId id="2147483810" r:id="rId3"/>
  </p:sldMasterIdLst>
  <p:notesMasterIdLst>
    <p:notesMasterId r:id="rId35"/>
  </p:notesMasterIdLst>
  <p:sldIdLst>
    <p:sldId id="256" r:id="rId12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370"/>
    <a:srgbClr val="696969"/>
    <a:srgbClr val="090909"/>
    <a:srgbClr val="3B9173"/>
    <a:srgbClr val="542777"/>
    <a:srgbClr val="175E48"/>
    <a:srgbClr val="005392"/>
    <a:srgbClr val="9947D9"/>
    <a:srgbClr val="243066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910B3A-1190-47C1-8D0A-2E0D00F93985}" v="5" dt="2026-06-29T10:38:04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35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a alamri- SDAIA" userId="d0a3b208377ca166" providerId="LiveId" clId="{03620E9E-1D1A-4902-A2A1-BAB6C716270C}"/>
    <pc:docChg chg="undo redo custSel addSld delSld modSld">
      <pc:chgData name="Lina alamri- SDAIA" userId="d0a3b208377ca166" providerId="LiveId" clId="{03620E9E-1D1A-4902-A2A1-BAB6C716270C}" dt="2026-06-29T10:38:04.855" v="112" actId="47"/>
      <pc:docMkLst>
        <pc:docMk/>
      </pc:docMkLst>
      <pc:sldChg chg="add del">
        <pc:chgData name="Lina alamri- SDAIA" userId="d0a3b208377ca166" providerId="LiveId" clId="{03620E9E-1D1A-4902-A2A1-BAB6C716270C}" dt="2026-06-29T10:28:11.806" v="90" actId="47"/>
        <pc:sldMkLst>
          <pc:docMk/>
          <pc:sldMk cId="1565235964" sldId="2147483337"/>
        </pc:sldMkLst>
      </pc:sldChg>
      <pc:sldChg chg="del">
        <pc:chgData name="Lina alamri- SDAIA" userId="d0a3b208377ca166" providerId="LiveId" clId="{03620E9E-1D1A-4902-A2A1-BAB6C716270C}" dt="2026-06-29T10:27:02.549" v="40" actId="47"/>
        <pc:sldMkLst>
          <pc:docMk/>
          <pc:sldMk cId="2444780968" sldId="2147483344"/>
        </pc:sldMkLst>
      </pc:sldChg>
      <pc:sldChg chg="add del">
        <pc:chgData name="Lina alamri- SDAIA" userId="d0a3b208377ca166" providerId="LiveId" clId="{03620E9E-1D1A-4902-A2A1-BAB6C716270C}" dt="2026-06-29T10:28:10.363" v="83" actId="47"/>
        <pc:sldMkLst>
          <pc:docMk/>
          <pc:sldMk cId="2501684144" sldId="2147483349"/>
        </pc:sldMkLst>
      </pc:sldChg>
      <pc:sldChg chg="add del">
        <pc:chgData name="Lina alamri- SDAIA" userId="d0a3b208377ca166" providerId="LiveId" clId="{03620E9E-1D1A-4902-A2A1-BAB6C716270C}" dt="2026-06-29T10:28:10.082" v="82" actId="47"/>
        <pc:sldMkLst>
          <pc:docMk/>
          <pc:sldMk cId="2991647659" sldId="2147483350"/>
        </pc:sldMkLst>
      </pc:sldChg>
      <pc:sldChg chg="del">
        <pc:chgData name="Lina alamri- SDAIA" userId="d0a3b208377ca166" providerId="LiveId" clId="{03620E9E-1D1A-4902-A2A1-BAB6C716270C}" dt="2026-06-29T10:26:57.887" v="38" actId="47"/>
        <pc:sldMkLst>
          <pc:docMk/>
          <pc:sldMk cId="3383433274" sldId="2147483353"/>
        </pc:sldMkLst>
      </pc:sldChg>
      <pc:sldChg chg="modSp del mod">
        <pc:chgData name="Lina alamri- SDAIA" userId="d0a3b208377ca166" providerId="LiveId" clId="{03620E9E-1D1A-4902-A2A1-BAB6C716270C}" dt="2026-06-29T10:36:01.183" v="109" actId="47"/>
        <pc:sldMkLst>
          <pc:docMk/>
          <pc:sldMk cId="637070390" sldId="2147483360"/>
        </pc:sldMkLst>
        <pc:spChg chg="mod">
          <ac:chgData name="Lina alamri- SDAIA" userId="d0a3b208377ca166" providerId="LiveId" clId="{03620E9E-1D1A-4902-A2A1-BAB6C716270C}" dt="2026-06-29T10:26:34.288" v="20" actId="20577"/>
          <ac:spMkLst>
            <pc:docMk/>
            <pc:sldMk cId="637070390" sldId="2147483360"/>
            <ac:spMk id="10" creationId="{52E57DB3-6B21-CC56-6898-40F0EAD7AAC6}"/>
          </ac:spMkLst>
        </pc:spChg>
        <pc:spChg chg="mod">
          <ac:chgData name="Lina alamri- SDAIA" userId="d0a3b208377ca166" providerId="LiveId" clId="{03620E9E-1D1A-4902-A2A1-BAB6C716270C}" dt="2026-06-29T10:26:36.934" v="22" actId="20577"/>
          <ac:spMkLst>
            <pc:docMk/>
            <pc:sldMk cId="637070390" sldId="2147483360"/>
            <ac:spMk id="23" creationId="{5CB65409-5535-6943-EAE8-6186EBC5DF8B}"/>
          </ac:spMkLst>
        </pc:spChg>
        <pc:spChg chg="mod">
          <ac:chgData name="Lina alamri- SDAIA" userId="d0a3b208377ca166" providerId="LiveId" clId="{03620E9E-1D1A-4902-A2A1-BAB6C716270C}" dt="2026-06-29T10:26:39.334" v="24" actId="20577"/>
          <ac:spMkLst>
            <pc:docMk/>
            <pc:sldMk cId="637070390" sldId="2147483360"/>
            <ac:spMk id="99" creationId="{6D612FFD-FDA1-A887-1806-740EF3700E74}"/>
          </ac:spMkLst>
        </pc:spChg>
        <pc:spChg chg="mod">
          <ac:chgData name="Lina alamri- SDAIA" userId="d0a3b208377ca166" providerId="LiveId" clId="{03620E9E-1D1A-4902-A2A1-BAB6C716270C}" dt="2026-06-29T10:26:42.027" v="27" actId="20577"/>
          <ac:spMkLst>
            <pc:docMk/>
            <pc:sldMk cId="637070390" sldId="2147483360"/>
            <ac:spMk id="105" creationId="{B07E7158-0473-6EF6-E41A-85C85CBA8BD3}"/>
          </ac:spMkLst>
        </pc:spChg>
        <pc:spChg chg="mod">
          <ac:chgData name="Lina alamri- SDAIA" userId="d0a3b208377ca166" providerId="LiveId" clId="{03620E9E-1D1A-4902-A2A1-BAB6C716270C}" dt="2026-06-29T10:26:44.421" v="29" actId="20577"/>
          <ac:spMkLst>
            <pc:docMk/>
            <pc:sldMk cId="637070390" sldId="2147483360"/>
            <ac:spMk id="112" creationId="{5D8FCCAA-5146-51E6-1187-56FA3DE7F622}"/>
          </ac:spMkLst>
        </pc:spChg>
        <pc:spChg chg="mod">
          <ac:chgData name="Lina alamri- SDAIA" userId="d0a3b208377ca166" providerId="LiveId" clId="{03620E9E-1D1A-4902-A2A1-BAB6C716270C}" dt="2026-06-29T10:26:47.100" v="31" actId="20577"/>
          <ac:spMkLst>
            <pc:docMk/>
            <pc:sldMk cId="637070390" sldId="2147483360"/>
            <ac:spMk id="135" creationId="{D439E7A6-AAF2-4351-434E-DDC9159130EA}"/>
          </ac:spMkLst>
        </pc:spChg>
        <pc:spChg chg="mod">
          <ac:chgData name="Lina alamri- SDAIA" userId="d0a3b208377ca166" providerId="LiveId" clId="{03620E9E-1D1A-4902-A2A1-BAB6C716270C}" dt="2026-06-29T10:26:54.535" v="37" actId="20577"/>
          <ac:spMkLst>
            <pc:docMk/>
            <pc:sldMk cId="637070390" sldId="2147483360"/>
            <ac:spMk id="141" creationId="{7909F3D4-90DF-2A71-F4FC-C0BD3D88FB57}"/>
          </ac:spMkLst>
        </pc:spChg>
        <pc:spChg chg="mod">
          <ac:chgData name="Lina alamri- SDAIA" userId="d0a3b208377ca166" providerId="LiveId" clId="{03620E9E-1D1A-4902-A2A1-BAB6C716270C}" dt="2026-06-29T10:26:52.311" v="35" actId="20577"/>
          <ac:spMkLst>
            <pc:docMk/>
            <pc:sldMk cId="637070390" sldId="2147483360"/>
            <ac:spMk id="147" creationId="{EDA6CA65-19E9-7EAD-A229-FDEEA08A1E30}"/>
          </ac:spMkLst>
        </pc:spChg>
        <pc:spChg chg="mod">
          <ac:chgData name="Lina alamri- SDAIA" userId="d0a3b208377ca166" providerId="LiveId" clId="{03620E9E-1D1A-4902-A2A1-BAB6C716270C}" dt="2026-06-29T10:26:49.987" v="33" actId="20577"/>
          <ac:spMkLst>
            <pc:docMk/>
            <pc:sldMk cId="637070390" sldId="2147483360"/>
            <ac:spMk id="153" creationId="{E34F3783-B2DC-D473-1557-287819505165}"/>
          </ac:spMkLst>
        </pc:spChg>
      </pc:sldChg>
      <pc:sldChg chg="modSp add del mod">
        <pc:chgData name="Lina alamri- SDAIA" userId="d0a3b208377ca166" providerId="LiveId" clId="{03620E9E-1D1A-4902-A2A1-BAB6C716270C}" dt="2026-06-29T10:28:11.424" v="88" actId="20577"/>
        <pc:sldMkLst>
          <pc:docMk/>
          <pc:sldMk cId="3632694139" sldId="2147483379"/>
        </pc:sldMkLst>
        <pc:spChg chg="mod">
          <ac:chgData name="Lina alamri- SDAIA" userId="d0a3b208377ca166" providerId="LiveId" clId="{03620E9E-1D1A-4902-A2A1-BAB6C716270C}" dt="2026-06-29T10:28:11.424" v="88" actId="20577"/>
          <ac:spMkLst>
            <pc:docMk/>
            <pc:sldMk cId="3632694139" sldId="2147483379"/>
            <ac:spMk id="3" creationId="{C0E010AC-6165-1AF4-DCD2-C9651A150EB3}"/>
          </ac:spMkLst>
        </pc:spChg>
        <pc:spChg chg="mod">
          <ac:chgData name="Lina alamri- SDAIA" userId="d0a3b208377ca166" providerId="LiveId" clId="{03620E9E-1D1A-4902-A2A1-BAB6C716270C}" dt="2026-06-29T10:28:11.231" v="87" actId="20577"/>
          <ac:spMkLst>
            <pc:docMk/>
            <pc:sldMk cId="3632694139" sldId="2147483379"/>
            <ac:spMk id="4" creationId="{B14583E1-91E0-29B9-43D1-44666A0124DE}"/>
          </ac:spMkLst>
        </pc:spChg>
        <pc:spChg chg="mod">
          <ac:chgData name="Lina alamri- SDAIA" userId="d0a3b208377ca166" providerId="LiveId" clId="{03620E9E-1D1A-4902-A2A1-BAB6C716270C}" dt="2026-06-29T10:28:11.022" v="86" actId="20577"/>
          <ac:spMkLst>
            <pc:docMk/>
            <pc:sldMk cId="3632694139" sldId="2147483379"/>
            <ac:spMk id="41" creationId="{8DE8E19C-2A23-0D64-F577-42FB5B2EA72D}"/>
          </ac:spMkLst>
        </pc:spChg>
      </pc:sldChg>
      <pc:sldChg chg="add del">
        <pc:chgData name="Lina alamri- SDAIA" userId="d0a3b208377ca166" providerId="LiveId" clId="{03620E9E-1D1A-4902-A2A1-BAB6C716270C}" dt="2026-06-29T10:28:11.619" v="89" actId="47"/>
        <pc:sldMkLst>
          <pc:docMk/>
          <pc:sldMk cId="858434988" sldId="2147483386"/>
        </pc:sldMkLst>
      </pc:sldChg>
      <pc:sldChg chg="modSp mod">
        <pc:chgData name="Lina alamri- SDAIA" userId="d0a3b208377ca166" providerId="LiveId" clId="{03620E9E-1D1A-4902-A2A1-BAB6C716270C}" dt="2026-06-29T10:28:30.170" v="107" actId="20577"/>
        <pc:sldMkLst>
          <pc:docMk/>
          <pc:sldMk cId="2572885716" sldId="2147483389"/>
        </pc:sldMkLst>
        <pc:spChg chg="mod">
          <ac:chgData name="Lina alamri- SDAIA" userId="d0a3b208377ca166" providerId="LiveId" clId="{03620E9E-1D1A-4902-A2A1-BAB6C716270C}" dt="2026-06-29T10:28:12.546" v="94" actId="20577"/>
          <ac:spMkLst>
            <pc:docMk/>
            <pc:sldMk cId="2572885716" sldId="2147483389"/>
            <ac:spMk id="9" creationId="{052C3375-F53E-D786-F475-D048FE0EFB84}"/>
          </ac:spMkLst>
        </pc:spChg>
        <pc:spChg chg="mod">
          <ac:chgData name="Lina alamri- SDAIA" userId="d0a3b208377ca166" providerId="LiveId" clId="{03620E9E-1D1A-4902-A2A1-BAB6C716270C}" dt="2026-06-29T10:28:12.015" v="91" actId="20577"/>
          <ac:spMkLst>
            <pc:docMk/>
            <pc:sldMk cId="2572885716" sldId="2147483389"/>
            <ac:spMk id="45" creationId="{03089CC0-FC4F-916E-8098-CE288D122386}"/>
          </ac:spMkLst>
        </pc:spChg>
        <pc:spChg chg="mod">
          <ac:chgData name="Lina alamri- SDAIA" userId="d0a3b208377ca166" providerId="LiveId" clId="{03620E9E-1D1A-4902-A2A1-BAB6C716270C}" dt="2026-06-29T10:27:06.625" v="43" actId="20577"/>
          <ac:spMkLst>
            <pc:docMk/>
            <pc:sldMk cId="2572885716" sldId="2147483389"/>
            <ac:spMk id="55" creationId="{34880EE9-91AA-0C70-1C1B-9F07D4718DC4}"/>
          </ac:spMkLst>
        </pc:spChg>
        <pc:spChg chg="mod">
          <ac:chgData name="Lina alamri- SDAIA" userId="d0a3b208377ca166" providerId="LiveId" clId="{03620E9E-1D1A-4902-A2A1-BAB6C716270C}" dt="2026-06-29T10:28:12.739" v="95" actId="20577"/>
          <ac:spMkLst>
            <pc:docMk/>
            <pc:sldMk cId="2572885716" sldId="2147483389"/>
            <ac:spMk id="58" creationId="{4028DA8D-8E83-10B5-5175-5569E5D5E486}"/>
          </ac:spMkLst>
        </pc:spChg>
        <pc:spChg chg="mod">
          <ac:chgData name="Lina alamri- SDAIA" userId="d0a3b208377ca166" providerId="LiveId" clId="{03620E9E-1D1A-4902-A2A1-BAB6C716270C}" dt="2026-06-29T10:28:30.170" v="107" actId="20577"/>
          <ac:spMkLst>
            <pc:docMk/>
            <pc:sldMk cId="2572885716" sldId="2147483389"/>
            <ac:spMk id="73" creationId="{23422E69-0BD1-0CF5-3888-CF2C696B05DD}"/>
          </ac:spMkLst>
        </pc:spChg>
        <pc:spChg chg="mod">
          <ac:chgData name="Lina alamri- SDAIA" userId="d0a3b208377ca166" providerId="LiveId" clId="{03620E9E-1D1A-4902-A2A1-BAB6C716270C}" dt="2026-06-29T10:28:12.920" v="96" actId="20577"/>
          <ac:spMkLst>
            <pc:docMk/>
            <pc:sldMk cId="2572885716" sldId="2147483389"/>
            <ac:spMk id="76" creationId="{5092D092-04B9-7A43-34D1-B47419459A27}"/>
          </ac:spMkLst>
        </pc:spChg>
        <pc:spChg chg="mod">
          <ac:chgData name="Lina alamri- SDAIA" userId="d0a3b208377ca166" providerId="LiveId" clId="{03620E9E-1D1A-4902-A2A1-BAB6C716270C}" dt="2026-06-29T10:28:29.955" v="106" actId="20577"/>
          <ac:spMkLst>
            <pc:docMk/>
            <pc:sldMk cId="2572885716" sldId="2147483389"/>
            <ac:spMk id="79" creationId="{362D7841-1A8F-893D-BAAB-7B43F4C77063}"/>
          </ac:spMkLst>
        </pc:spChg>
        <pc:spChg chg="mod">
          <ac:chgData name="Lina alamri- SDAIA" userId="d0a3b208377ca166" providerId="LiveId" clId="{03620E9E-1D1A-4902-A2A1-BAB6C716270C}" dt="2026-06-29T10:28:13.115" v="97" actId="20577"/>
          <ac:spMkLst>
            <pc:docMk/>
            <pc:sldMk cId="2572885716" sldId="2147483389"/>
            <ac:spMk id="82" creationId="{5F6ECE83-D089-7C2B-0C3F-EC338BD2A400}"/>
          </ac:spMkLst>
        </pc:spChg>
        <pc:spChg chg="mod">
          <ac:chgData name="Lina alamri- SDAIA" userId="d0a3b208377ca166" providerId="LiveId" clId="{03620E9E-1D1A-4902-A2A1-BAB6C716270C}" dt="2026-06-29T10:28:29.767" v="105" actId="20577"/>
          <ac:spMkLst>
            <pc:docMk/>
            <pc:sldMk cId="2572885716" sldId="2147483389"/>
            <ac:spMk id="85" creationId="{D94F0E2C-C204-8558-AE10-C09ED057D092}"/>
          </ac:spMkLst>
        </pc:spChg>
        <pc:spChg chg="mod">
          <ac:chgData name="Lina alamri- SDAIA" userId="d0a3b208377ca166" providerId="LiveId" clId="{03620E9E-1D1A-4902-A2A1-BAB6C716270C}" dt="2026-06-29T10:28:13.306" v="98" actId="20577"/>
          <ac:spMkLst>
            <pc:docMk/>
            <pc:sldMk cId="2572885716" sldId="2147483389"/>
            <ac:spMk id="88" creationId="{F389A58A-40E7-1282-F272-901354ED9D5F}"/>
          </ac:spMkLst>
        </pc:spChg>
        <pc:spChg chg="mod">
          <ac:chgData name="Lina alamri- SDAIA" userId="d0a3b208377ca166" providerId="LiveId" clId="{03620E9E-1D1A-4902-A2A1-BAB6C716270C}" dt="2026-06-29T10:28:12.370" v="93" actId="20577"/>
          <ac:spMkLst>
            <pc:docMk/>
            <pc:sldMk cId="2572885716" sldId="2147483389"/>
            <ac:spMk id="127" creationId="{BA212CB7-C0EC-3BA8-8D3A-934BCDA64E3D}"/>
          </ac:spMkLst>
        </pc:spChg>
        <pc:spChg chg="mod">
          <ac:chgData name="Lina alamri- SDAIA" userId="d0a3b208377ca166" providerId="LiveId" clId="{03620E9E-1D1A-4902-A2A1-BAB6C716270C}" dt="2026-06-29T10:28:12.193" v="92" actId="20577"/>
          <ac:spMkLst>
            <pc:docMk/>
            <pc:sldMk cId="2572885716" sldId="2147483389"/>
            <ac:spMk id="132" creationId="{061A9D10-956D-91F5-2C02-1DA8AA525D73}"/>
          </ac:spMkLst>
        </pc:spChg>
      </pc:sldChg>
      <pc:sldChg chg="del">
        <pc:chgData name="Lina alamri- SDAIA" userId="d0a3b208377ca166" providerId="LiveId" clId="{03620E9E-1D1A-4902-A2A1-BAB6C716270C}" dt="2026-06-29T10:26:59.056" v="39" actId="47"/>
        <pc:sldMkLst>
          <pc:docMk/>
          <pc:sldMk cId="3392441491" sldId="2147483391"/>
        </pc:sldMkLst>
      </pc:sldChg>
      <pc:sldChg chg="add del">
        <pc:chgData name="Lina alamri- SDAIA" userId="d0a3b208377ca166" providerId="LiveId" clId="{03620E9E-1D1A-4902-A2A1-BAB6C716270C}" dt="2026-06-29T10:28:10.846" v="85" actId="47"/>
        <pc:sldMkLst>
          <pc:docMk/>
          <pc:sldMk cId="1299334074" sldId="2147483392"/>
        </pc:sldMkLst>
      </pc:sldChg>
      <pc:sldChg chg="add del">
        <pc:chgData name="Lina alamri- SDAIA" userId="d0a3b208377ca166" providerId="LiveId" clId="{03620E9E-1D1A-4902-A2A1-BAB6C716270C}" dt="2026-06-29T10:28:10.586" v="84" actId="47"/>
        <pc:sldMkLst>
          <pc:docMk/>
          <pc:sldMk cId="2657120805" sldId="2147483393"/>
        </pc:sldMkLst>
      </pc:sldChg>
      <pc:sldChg chg="delSp modSp del mod">
        <pc:chgData name="Lina alamri- SDAIA" userId="d0a3b208377ca166" providerId="LiveId" clId="{03620E9E-1D1A-4902-A2A1-BAB6C716270C}" dt="2026-06-29T10:38:04.855" v="112" actId="47"/>
        <pc:sldMkLst>
          <pc:docMk/>
          <pc:sldMk cId="228179741" sldId="2147483398"/>
        </pc:sldMkLst>
        <pc:spChg chg="mod">
          <ac:chgData name="Lina alamri- SDAIA" userId="d0a3b208377ca166" providerId="LiveId" clId="{03620E9E-1D1A-4902-A2A1-BAB6C716270C}" dt="2026-06-29T10:25:46.712" v="1" actId="20577"/>
          <ac:spMkLst>
            <pc:docMk/>
            <pc:sldMk cId="228179741" sldId="2147483398"/>
            <ac:spMk id="35" creationId="{EC97C0CF-5153-B15E-0DD8-3A5EF98464D1}"/>
          </ac:spMkLst>
        </pc:spChg>
        <pc:spChg chg="mod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36" creationId="{C86B240D-5A8B-5395-63CF-D64686B38C11}"/>
          </ac:spMkLst>
        </pc:spChg>
        <pc:spChg chg="mod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38" creationId="{B7365C8B-E889-0E53-5261-1C3A49D59A6D}"/>
          </ac:spMkLst>
        </pc:spChg>
        <pc:spChg chg="mod topLvl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40" creationId="{E917AA23-29DB-334A-49CD-DBAB76546003}"/>
          </ac:spMkLst>
        </pc:spChg>
        <pc:spChg chg="mod topLvl">
          <ac:chgData name="Lina alamri- SDAIA" userId="d0a3b208377ca166" providerId="LiveId" clId="{03620E9E-1D1A-4902-A2A1-BAB6C716270C}" dt="2026-06-29T10:25:48.835" v="2" actId="20577"/>
          <ac:spMkLst>
            <pc:docMk/>
            <pc:sldMk cId="228179741" sldId="2147483398"/>
            <ac:spMk id="1128" creationId="{D85BF1F8-478D-04B8-F8F8-5FB05B7D7AAB}"/>
          </ac:spMkLst>
        </pc:spChg>
        <pc:spChg chg="mod">
          <ac:chgData name="Lina alamri- SDAIA" userId="d0a3b208377ca166" providerId="LiveId" clId="{03620E9E-1D1A-4902-A2A1-BAB6C716270C}" dt="2026-06-29T10:25:51.272" v="3" actId="20577"/>
          <ac:spMkLst>
            <pc:docMk/>
            <pc:sldMk cId="228179741" sldId="2147483398"/>
            <ac:spMk id="1137" creationId="{1181AF13-B461-3266-2BEA-45F09AF96784}"/>
          </ac:spMkLst>
        </pc:spChg>
        <pc:spChg chg="mod topLvl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1139" creationId="{2E604A4C-AB2E-EA97-0D5C-5F4AE2FAE02A}"/>
          </ac:spMkLst>
        </pc:spChg>
        <pc:spChg chg="mod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1141" creationId="{CAFAC54D-0285-770D-0B17-E1D0E889CB87}"/>
          </ac:spMkLst>
        </pc:spChg>
        <pc:spChg chg="mod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1145" creationId="{67E95270-7CC8-0D66-D873-975590CA8CB0}"/>
          </ac:spMkLst>
        </pc:spChg>
        <pc:spChg chg="mod">
          <ac:chgData name="Lina alamri- SDAIA" userId="d0a3b208377ca166" providerId="LiveId" clId="{03620E9E-1D1A-4902-A2A1-BAB6C716270C}" dt="2026-06-29T10:25:53.501" v="4" actId="20577"/>
          <ac:spMkLst>
            <pc:docMk/>
            <pc:sldMk cId="228179741" sldId="2147483398"/>
            <ac:spMk id="1148" creationId="{3867E483-A1FE-ABBF-A6C8-4FE3159869AA}"/>
          </ac:spMkLst>
        </pc:spChg>
        <pc:spChg chg="mod">
          <ac:chgData name="Lina alamri- SDAIA" userId="d0a3b208377ca166" providerId="LiveId" clId="{03620E9E-1D1A-4902-A2A1-BAB6C716270C}" dt="2026-06-29T10:25:55.538" v="5" actId="20577"/>
          <ac:spMkLst>
            <pc:docMk/>
            <pc:sldMk cId="228179741" sldId="2147483398"/>
            <ac:spMk id="3073" creationId="{02A22652-575C-52B2-A596-F7209C713697}"/>
          </ac:spMkLst>
        </pc:spChg>
        <pc:spChg chg="mod">
          <ac:chgData name="Lina alamri- SDAIA" userId="d0a3b208377ca166" providerId="LiveId" clId="{03620E9E-1D1A-4902-A2A1-BAB6C716270C}" dt="2026-06-29T10:25:57.563" v="6" actId="20577"/>
          <ac:spMkLst>
            <pc:docMk/>
            <pc:sldMk cId="228179741" sldId="2147483398"/>
            <ac:spMk id="3079" creationId="{B3D5F2DF-130F-7E5F-8510-8BA521C9762C}"/>
          </ac:spMkLst>
        </pc:spChg>
        <pc:spChg chg="mod">
          <ac:chgData name="Lina alamri- SDAIA" userId="d0a3b208377ca166" providerId="LiveId" clId="{03620E9E-1D1A-4902-A2A1-BAB6C716270C}" dt="2026-06-27T10:22:06.292" v="0" actId="165"/>
          <ac:spMkLst>
            <pc:docMk/>
            <pc:sldMk cId="228179741" sldId="2147483398"/>
            <ac:spMk id="3085" creationId="{2F51647F-09FB-CFF1-74BA-4F72E4023FF7}"/>
          </ac:spMkLst>
        </pc:spChg>
      </pc:sldChg>
      <pc:sldChg chg="modSp del mod">
        <pc:chgData name="Lina alamri- SDAIA" userId="d0a3b208377ca166" providerId="LiveId" clId="{03620E9E-1D1A-4902-A2A1-BAB6C716270C}" dt="2026-06-29T10:38:03.276" v="111" actId="47"/>
        <pc:sldMkLst>
          <pc:docMk/>
          <pc:sldMk cId="483451278" sldId="2147483403"/>
        </pc:sldMkLst>
        <pc:spChg chg="mod">
          <ac:chgData name="Lina alamri- SDAIA" userId="d0a3b208377ca166" providerId="LiveId" clId="{03620E9E-1D1A-4902-A2A1-BAB6C716270C}" dt="2026-06-29T10:26:14.109" v="11" actId="20577"/>
          <ac:spMkLst>
            <pc:docMk/>
            <pc:sldMk cId="483451278" sldId="2147483403"/>
            <ac:spMk id="1113" creationId="{8B8ADFD2-7B9F-02D0-94F8-0D475FB7BAC9}"/>
          </ac:spMkLst>
        </pc:spChg>
        <pc:spChg chg="mod">
          <ac:chgData name="Lina alamri- SDAIA" userId="d0a3b208377ca166" providerId="LiveId" clId="{03620E9E-1D1A-4902-A2A1-BAB6C716270C}" dt="2026-06-29T10:26:17.368" v="12" actId="20577"/>
          <ac:spMkLst>
            <pc:docMk/>
            <pc:sldMk cId="483451278" sldId="2147483403"/>
            <ac:spMk id="1120" creationId="{734AFFC1-7810-9780-2AF6-4E8006EF4BD3}"/>
          </ac:spMkLst>
        </pc:spChg>
        <pc:spChg chg="mod">
          <ac:chgData name="Lina alamri- SDAIA" userId="d0a3b208377ca166" providerId="LiveId" clId="{03620E9E-1D1A-4902-A2A1-BAB6C716270C}" dt="2026-06-29T10:26:22.077" v="15" actId="20577"/>
          <ac:spMkLst>
            <pc:docMk/>
            <pc:sldMk cId="483451278" sldId="2147483403"/>
            <ac:spMk id="1131" creationId="{C9DD62A1-CDFC-7AE3-7EF4-623168CCAEC6}"/>
          </ac:spMkLst>
        </pc:spChg>
        <pc:spChg chg="mod">
          <ac:chgData name="Lina alamri- SDAIA" userId="d0a3b208377ca166" providerId="LiveId" clId="{03620E9E-1D1A-4902-A2A1-BAB6C716270C}" dt="2026-06-29T10:26:01.517" v="7" actId="20577"/>
          <ac:spMkLst>
            <pc:docMk/>
            <pc:sldMk cId="483451278" sldId="2147483403"/>
            <ac:spMk id="3110" creationId="{CC6E5BA4-B101-CBB1-4F3D-756FA38260D2}"/>
          </ac:spMkLst>
        </pc:spChg>
        <pc:spChg chg="mod">
          <ac:chgData name="Lina alamri- SDAIA" userId="d0a3b208377ca166" providerId="LiveId" clId="{03620E9E-1D1A-4902-A2A1-BAB6C716270C}" dt="2026-06-29T10:26:03.431" v="8" actId="20577"/>
          <ac:spMkLst>
            <pc:docMk/>
            <pc:sldMk cId="483451278" sldId="2147483403"/>
            <ac:spMk id="3114" creationId="{28678049-D1C4-1892-5373-68D340E825ED}"/>
          </ac:spMkLst>
        </pc:spChg>
        <pc:spChg chg="mod">
          <ac:chgData name="Lina alamri- SDAIA" userId="d0a3b208377ca166" providerId="LiveId" clId="{03620E9E-1D1A-4902-A2A1-BAB6C716270C}" dt="2026-06-29T10:26:07.715" v="10" actId="20577"/>
          <ac:spMkLst>
            <pc:docMk/>
            <pc:sldMk cId="483451278" sldId="2147483403"/>
            <ac:spMk id="3118" creationId="{F1676621-F56C-E0A7-B2D5-7506D0B0149B}"/>
          </ac:spMkLst>
        </pc:spChg>
      </pc:sldChg>
      <pc:sldChg chg="add">
        <pc:chgData name="Lina alamri- SDAIA" userId="d0a3b208377ca166" providerId="LiveId" clId="{03620E9E-1D1A-4902-A2A1-BAB6C716270C}" dt="2026-06-29T10:35:04.742" v="108"/>
        <pc:sldMkLst>
          <pc:docMk/>
          <pc:sldMk cId="1230401772" sldId="2147483405"/>
        </pc:sldMkLst>
      </pc:sldChg>
      <pc:sldChg chg="del">
        <pc:chgData name="Lina alamri- SDAIA" userId="d0a3b208377ca166" providerId="LiveId" clId="{03620E9E-1D1A-4902-A2A1-BAB6C716270C}" dt="2026-06-29T10:26:27.839" v="16" actId="47"/>
        <pc:sldMkLst>
          <pc:docMk/>
          <pc:sldMk cId="1585881224" sldId="2147483405"/>
        </pc:sldMkLst>
      </pc:sldChg>
      <pc:sldChg chg="add">
        <pc:chgData name="Lina alamri- SDAIA" userId="d0a3b208377ca166" providerId="LiveId" clId="{03620E9E-1D1A-4902-A2A1-BAB6C716270C}" dt="2026-06-29T10:36:21.953" v="110"/>
        <pc:sldMkLst>
          <pc:docMk/>
          <pc:sldMk cId="2589640804" sldId="2147483406"/>
        </pc:sldMkLst>
      </pc:sldChg>
      <pc:sldChg chg="add">
        <pc:chgData name="Lina alamri- SDAIA" userId="d0a3b208377ca166" providerId="LiveId" clId="{03620E9E-1D1A-4902-A2A1-BAB6C716270C}" dt="2026-06-29T10:36:21.953" v="110"/>
        <pc:sldMkLst>
          <pc:docMk/>
          <pc:sldMk cId="78413250" sldId="2147483407"/>
        </pc:sldMkLst>
      </pc:sldChg>
    </pc:docChg>
  </pc:docChgLst>
  <pc:docChgLst>
    <pc:chgData name="Norah Albuqami" userId="c2b3a790fbb56710" providerId="LiveId" clId="{3968D750-1EA8-4411-B6BE-E1AC027926A1}"/>
    <pc:docChg chg="modSld">
      <pc:chgData name="Norah Albuqami" userId="c2b3a790fbb56710" providerId="LiveId" clId="{3968D750-1EA8-4411-B6BE-E1AC027926A1}" dt="2026-06-13T10:24:03.451" v="4"/>
      <pc:docMkLst>
        <pc:docMk/>
      </pc:docMkLst>
      <pc:sldChg chg="addSp delSp modSp">
        <pc:chgData name="Norah Albuqami" userId="c2b3a790fbb56710" providerId="LiveId" clId="{3968D750-1EA8-4411-B6BE-E1AC027926A1}" dt="2026-06-13T10:24:03.451" v="4"/>
        <pc:sldMkLst>
          <pc:docMk/>
          <pc:sldMk cId="4166827499" sldId="2147483387"/>
        </pc:sldMkLst>
        <pc:spChg chg="mod">
          <ac:chgData name="Norah Albuqami" userId="c2b3a790fbb56710" providerId="LiveId" clId="{3968D750-1EA8-4411-B6BE-E1AC027926A1}" dt="2026-06-13T10:24:03.451" v="4"/>
          <ac:spMkLst>
            <pc:docMk/>
            <pc:sldMk cId="4166827499" sldId="2147483387"/>
            <ac:spMk id="47" creationId="{5E9080A0-FB54-E0F3-B869-5B0E1845EB76}"/>
          </ac:spMkLst>
        </pc:spChg>
        <pc:spChg chg="add mod">
          <ac:chgData name="Norah Albuqami" userId="c2b3a790fbb56710" providerId="LiveId" clId="{3968D750-1EA8-4411-B6BE-E1AC027926A1}" dt="2026-06-13T10:24:03.451" v="4"/>
          <ac:spMkLst>
            <pc:docMk/>
            <pc:sldMk cId="4166827499" sldId="2147483387"/>
            <ac:spMk id="58" creationId="{28E24CB0-DB80-F7B1-30D4-2017F54249CB}"/>
          </ac:spMkLst>
        </pc:spChg>
        <pc:spChg chg="add mod">
          <ac:chgData name="Norah Albuqami" userId="c2b3a790fbb56710" providerId="LiveId" clId="{3968D750-1EA8-4411-B6BE-E1AC027926A1}" dt="2026-06-13T10:24:03.451" v="4"/>
          <ac:spMkLst>
            <pc:docMk/>
            <pc:sldMk cId="4166827499" sldId="2147483387"/>
            <ac:spMk id="59" creationId="{7D70C974-45DB-F0BF-15F0-4DA95774D423}"/>
          </ac:spMkLst>
        </pc:spChg>
        <pc:spChg chg="add mod">
          <ac:chgData name="Norah Albuqami" userId="c2b3a790fbb56710" providerId="LiveId" clId="{3968D750-1EA8-4411-B6BE-E1AC027926A1}" dt="2026-06-13T10:24:03.451" v="4"/>
          <ac:spMkLst>
            <pc:docMk/>
            <pc:sldMk cId="4166827499" sldId="2147483387"/>
            <ac:spMk id="60" creationId="{E4A30AC9-F6B6-1352-3C72-F8EB24F01648}"/>
          </ac:spMkLst>
        </pc:spChg>
        <pc:grpChg chg="add mod">
          <ac:chgData name="Norah Albuqami" userId="c2b3a790fbb56710" providerId="LiveId" clId="{3968D750-1EA8-4411-B6BE-E1AC027926A1}" dt="2026-06-13T10:24:03.451" v="4"/>
          <ac:grpSpMkLst>
            <pc:docMk/>
            <pc:sldMk cId="4166827499" sldId="2147483387"/>
            <ac:grpSpMk id="33" creationId="{47B1D4A8-C9A2-358D-DE19-AB6DA8EFFA90}"/>
          </ac:grpSpMkLst>
        </pc:grpChg>
        <pc:picChg chg="mod">
          <ac:chgData name="Norah Albuqami" userId="c2b3a790fbb56710" providerId="LiveId" clId="{3968D750-1EA8-4411-B6BE-E1AC027926A1}" dt="2026-06-13T10:24:03.451" v="4"/>
          <ac:picMkLst>
            <pc:docMk/>
            <pc:sldMk cId="4166827499" sldId="2147483387"/>
            <ac:picMk id="48" creationId="{B51BF740-D6D0-B6A5-0186-C7A5AE1F1A46}"/>
          </ac:picMkLst>
        </pc:picChg>
        <pc:picChg chg="mod">
          <ac:chgData name="Norah Albuqami" userId="c2b3a790fbb56710" providerId="LiveId" clId="{3968D750-1EA8-4411-B6BE-E1AC027926A1}" dt="2026-06-13T10:24:03.451" v="4"/>
          <ac:picMkLst>
            <pc:docMk/>
            <pc:sldMk cId="4166827499" sldId="2147483387"/>
            <ac:picMk id="55" creationId="{642106F0-FC1B-5F0A-D774-14E3DE432F96}"/>
          </ac:picMkLst>
        </pc:picChg>
        <pc:picChg chg="add mod">
          <ac:chgData name="Norah Albuqami" userId="c2b3a790fbb56710" providerId="LiveId" clId="{3968D750-1EA8-4411-B6BE-E1AC027926A1}" dt="2026-06-13T10:24:03.451" v="4"/>
          <ac:picMkLst>
            <pc:docMk/>
            <pc:sldMk cId="4166827499" sldId="2147483387"/>
            <ac:picMk id="56" creationId="{D7579D94-4A2B-AAA7-8834-36F718776147}"/>
          </ac:picMkLst>
        </pc:picChg>
        <pc:picChg chg="add mod">
          <ac:chgData name="Norah Albuqami" userId="c2b3a790fbb56710" providerId="LiveId" clId="{3968D750-1EA8-4411-B6BE-E1AC027926A1}" dt="2026-06-13T10:24:03.451" v="4"/>
          <ac:picMkLst>
            <pc:docMk/>
            <pc:sldMk cId="4166827499" sldId="2147483387"/>
            <ac:picMk id="57" creationId="{43C2F5C7-7DEC-EA51-BA87-9A137D11130B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0E3F08B-3DA8-4B34-8910-28EC5DD0E387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0EBC75A-C75B-4F2E-9948-00223F6A177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1287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5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8.png"/><Relationship Id="rId6" Type="http://schemas.microsoft.com/office/2007/relationships/hdphoto" Target="../media/hdphoto1.wdp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9.png"/><Relationship Id="rId6" Type="http://schemas.microsoft.com/office/2007/relationships/hdphoto" Target="../media/hdphoto2.wdp"/><Relationship Id="rId7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3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5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0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3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tags" Target="../tags/tag6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tags" Target="../tags/tag8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8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16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jpe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tags" Target="../tags/tag95.xml"/><Relationship Id="rId2" Type="http://schemas.openxmlformats.org/officeDocument/2006/relationships/tags" Target="../tags/tag96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17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ags" Target="../tags/tag10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8.png"/><Relationship Id="rId6" Type="http://schemas.microsoft.com/office/2007/relationships/hdphoto" Target="../media/hdphoto1.wdp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jpeg"/><Relationship Id="rId7" Type="http://schemas.openxmlformats.org/officeDocument/2006/relationships/image" Target="../media/image1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4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16096" r="6876" b="17094"/>
          <a:stretch/>
        </p:blipFill>
        <p:spPr>
          <a:xfrm>
            <a:off x="375399" y="5745173"/>
            <a:ext cx="1967751" cy="71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78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40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77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40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  <p:sp>
        <p:nvSpPr>
          <p:cNvPr id="7" name="Isosceles Triangle 6"/>
          <p:cNvSpPr/>
          <p:nvPr userDrawn="1"/>
        </p:nvSpPr>
        <p:spPr>
          <a:xfrm rot="5400000" flipH="1">
            <a:off x="950343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321309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75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44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301" name="Freeform 300"/>
          <p:cNvSpPr>
            <a:spLocks/>
          </p:cNvSpPr>
          <p:nvPr userDrawn="1"/>
        </p:nvSpPr>
        <p:spPr bwMode="auto">
          <a:xfrm flipH="1">
            <a:off x="0" y="-1"/>
            <a:ext cx="9189814" cy="6858000"/>
          </a:xfrm>
          <a:custGeom>
            <a:avLst/>
            <a:gdLst>
              <a:gd name="connsiteX0" fmla="*/ 0 w 9189814"/>
              <a:gd name="connsiteY0" fmla="*/ 0 h 6858000"/>
              <a:gd name="connsiteX1" fmla="*/ 9189814 w 9189814"/>
              <a:gd name="connsiteY1" fmla="*/ 0 h 6858000"/>
              <a:gd name="connsiteX2" fmla="*/ 9189814 w 9189814"/>
              <a:gd name="connsiteY2" fmla="*/ 6858000 h 6858000"/>
              <a:gd name="connsiteX3" fmla="*/ 2191601 w 9189814"/>
              <a:gd name="connsiteY3" fmla="*/ 6858000 h 6858000"/>
              <a:gd name="connsiteX4" fmla="*/ 2550889 w 9189814"/>
              <a:gd name="connsiteY4" fmla="*/ 6643687 h 6858000"/>
              <a:gd name="connsiteX5" fmla="*/ 2548508 w 9189814"/>
              <a:gd name="connsiteY5" fmla="*/ 6207919 h 6858000"/>
              <a:gd name="connsiteX6" fmla="*/ 2181795 w 9189814"/>
              <a:gd name="connsiteY6" fmla="*/ 6003131 h 6858000"/>
              <a:gd name="connsiteX7" fmla="*/ 2922364 w 9189814"/>
              <a:gd name="connsiteY7" fmla="*/ 5572125 h 6858000"/>
              <a:gd name="connsiteX8" fmla="*/ 3303364 w 9189814"/>
              <a:gd name="connsiteY8" fmla="*/ 5788819 h 6858000"/>
              <a:gd name="connsiteX9" fmla="*/ 3670077 w 9189814"/>
              <a:gd name="connsiteY9" fmla="*/ 5557838 h 6858000"/>
              <a:gd name="connsiteX10" fmla="*/ 3660552 w 9189814"/>
              <a:gd name="connsiteY10" fmla="*/ 3855243 h 6858000"/>
              <a:gd name="connsiteX11" fmla="*/ 3293839 w 9189814"/>
              <a:gd name="connsiteY11" fmla="*/ 3633787 h 6858000"/>
              <a:gd name="connsiteX12" fmla="*/ 3286695 w 9189814"/>
              <a:gd name="connsiteY12" fmla="*/ 2783681 h 6858000"/>
              <a:gd name="connsiteX13" fmla="*/ 3662933 w 9189814"/>
              <a:gd name="connsiteY13" fmla="*/ 2571750 h 6858000"/>
              <a:gd name="connsiteX14" fmla="*/ 3658964 w 9189814"/>
              <a:gd name="connsiteY14" fmla="*/ 2143125 h 6858000"/>
              <a:gd name="connsiteX15" fmla="*/ 2563589 w 9189814"/>
              <a:gd name="connsiteY15" fmla="*/ 1485900 h 6858000"/>
              <a:gd name="connsiteX16" fmla="*/ 2195289 w 9189814"/>
              <a:gd name="connsiteY16" fmla="*/ 1708150 h 6858000"/>
              <a:gd name="connsiteX17" fmla="*/ 1820639 w 9189814"/>
              <a:gd name="connsiteY17" fmla="*/ 1479550 h 6858000"/>
              <a:gd name="connsiteX18" fmla="*/ 1817464 w 9189814"/>
              <a:gd name="connsiteY18" fmla="*/ 1057275 h 6858000"/>
              <a:gd name="connsiteX19" fmla="*/ 0 w 9189814"/>
              <a:gd name="connsiteY19" fmla="*/ 0 h 6858000"/>
              <a:gd name="connsiteX20" fmla="*/ 2925539 w 9189814"/>
              <a:gd name="connsiteY20" fmla="*/ 854076 h 6858000"/>
              <a:gd name="connsiteX21" fmla="*/ 2925539 w 9189814"/>
              <a:gd name="connsiteY21" fmla="*/ 1282701 h 6858000"/>
              <a:gd name="connsiteX22" fmla="*/ 3297014 w 9189814"/>
              <a:gd name="connsiteY22" fmla="*/ 1066801 h 6858000"/>
              <a:gd name="connsiteX23" fmla="*/ 2925539 w 9189814"/>
              <a:gd name="connsiteY23" fmla="*/ 854076 h 6858000"/>
              <a:gd name="connsiteX24" fmla="*/ 4033613 w 9189814"/>
              <a:gd name="connsiteY24" fmla="*/ 1925636 h 6858000"/>
              <a:gd name="connsiteX25" fmla="*/ 4033613 w 9189814"/>
              <a:gd name="connsiteY25" fmla="*/ 2784474 h 6858000"/>
              <a:gd name="connsiteX26" fmla="*/ 4405088 w 9189814"/>
              <a:gd name="connsiteY26" fmla="*/ 2571749 h 6858000"/>
              <a:gd name="connsiteX27" fmla="*/ 4405088 w 9189814"/>
              <a:gd name="connsiteY27" fmla="*/ 2138361 h 6858000"/>
              <a:gd name="connsiteX28" fmla="*/ 4033613 w 9189814"/>
              <a:gd name="connsiteY28" fmla="*/ 1925636 h 6858000"/>
              <a:gd name="connsiteX29" fmla="*/ 3668489 w 9189814"/>
              <a:gd name="connsiteY29" fmla="*/ 2997200 h 6858000"/>
              <a:gd name="connsiteX30" fmla="*/ 3668489 w 9189814"/>
              <a:gd name="connsiteY30" fmla="*/ 3425825 h 6858000"/>
              <a:gd name="connsiteX31" fmla="*/ 4039964 w 9189814"/>
              <a:gd name="connsiteY31" fmla="*/ 3209925 h 6858000"/>
              <a:gd name="connsiteX32" fmla="*/ 3668489 w 9189814"/>
              <a:gd name="connsiteY32" fmla="*/ 29972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189814" h="6858000">
                <a:moveTo>
                  <a:pt x="0" y="0"/>
                </a:moveTo>
                <a:lnTo>
                  <a:pt x="9189814" y="0"/>
                </a:lnTo>
                <a:lnTo>
                  <a:pt x="9189814" y="6858000"/>
                </a:lnTo>
                <a:lnTo>
                  <a:pt x="2191601" y="6858000"/>
                </a:lnTo>
                <a:lnTo>
                  <a:pt x="2550889" y="6643687"/>
                </a:lnTo>
                <a:cubicBezTo>
                  <a:pt x="2550095" y="6493668"/>
                  <a:pt x="2549302" y="6357938"/>
                  <a:pt x="2548508" y="6207919"/>
                </a:cubicBezTo>
                <a:lnTo>
                  <a:pt x="2181795" y="6003131"/>
                </a:lnTo>
                <a:lnTo>
                  <a:pt x="2922364" y="5572125"/>
                </a:lnTo>
                <a:lnTo>
                  <a:pt x="3303364" y="5788819"/>
                </a:lnTo>
                <a:lnTo>
                  <a:pt x="3670077" y="5557838"/>
                </a:lnTo>
                <a:cubicBezTo>
                  <a:pt x="3669283" y="4988719"/>
                  <a:pt x="3661346" y="4424362"/>
                  <a:pt x="3660552" y="3855243"/>
                </a:cubicBezTo>
                <a:lnTo>
                  <a:pt x="3293839" y="3633787"/>
                </a:lnTo>
                <a:cubicBezTo>
                  <a:pt x="3291458" y="3350418"/>
                  <a:pt x="3289076" y="3067050"/>
                  <a:pt x="3286695" y="2783681"/>
                </a:cubicBezTo>
                <a:lnTo>
                  <a:pt x="3662933" y="2571750"/>
                </a:lnTo>
                <a:lnTo>
                  <a:pt x="3658964" y="2143125"/>
                </a:lnTo>
                <a:lnTo>
                  <a:pt x="2563589" y="1485900"/>
                </a:lnTo>
                <a:lnTo>
                  <a:pt x="2195289" y="1708150"/>
                </a:lnTo>
                <a:lnTo>
                  <a:pt x="1820639" y="1479550"/>
                </a:lnTo>
                <a:cubicBezTo>
                  <a:pt x="1819581" y="1336675"/>
                  <a:pt x="1818522" y="1200150"/>
                  <a:pt x="1817464" y="1057275"/>
                </a:cubicBezTo>
                <a:lnTo>
                  <a:pt x="0" y="0"/>
                </a:lnTo>
                <a:close/>
                <a:moveTo>
                  <a:pt x="2925539" y="854076"/>
                </a:moveTo>
                <a:lnTo>
                  <a:pt x="2925539" y="1282701"/>
                </a:lnTo>
                <a:lnTo>
                  <a:pt x="3297014" y="1066801"/>
                </a:lnTo>
                <a:lnTo>
                  <a:pt x="2925539" y="854076"/>
                </a:lnTo>
                <a:close/>
                <a:moveTo>
                  <a:pt x="4033613" y="1925636"/>
                </a:moveTo>
                <a:lnTo>
                  <a:pt x="4033613" y="2784474"/>
                </a:lnTo>
                <a:lnTo>
                  <a:pt x="4405088" y="2571749"/>
                </a:lnTo>
                <a:lnTo>
                  <a:pt x="4405088" y="2138361"/>
                </a:lnTo>
                <a:lnTo>
                  <a:pt x="4033613" y="1925636"/>
                </a:lnTo>
                <a:close/>
                <a:moveTo>
                  <a:pt x="3668489" y="2997200"/>
                </a:moveTo>
                <a:lnTo>
                  <a:pt x="3668489" y="3425825"/>
                </a:lnTo>
                <a:lnTo>
                  <a:pt x="4039964" y="3209925"/>
                </a:lnTo>
                <a:lnTo>
                  <a:pt x="3668489" y="29972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2" name="Picture Placeholder 281"/>
          <p:cNvSpPr>
            <a:spLocks noGrp="1"/>
          </p:cNvSpPr>
          <p:nvPr>
            <p:ph type="pic" sz="quarter" idx="11"/>
          </p:nvPr>
        </p:nvSpPr>
        <p:spPr>
          <a:xfrm>
            <a:off x="4784727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86336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 algn="l" rtl="1"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786336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 algn="l" rtl="1"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283" name="Freeform 53"/>
          <p:cNvSpPr>
            <a:spLocks/>
          </p:cNvSpPr>
          <p:nvPr userDrawn="1"/>
        </p:nvSpPr>
        <p:spPr bwMode="auto">
          <a:xfrm flipH="1">
            <a:off x="8483600" y="638969"/>
            <a:ext cx="371475" cy="858838"/>
          </a:xfrm>
          <a:custGeom>
            <a:avLst/>
            <a:gdLst>
              <a:gd name="T0" fmla="*/ 0 w 234"/>
              <a:gd name="T1" fmla="*/ 0 h 541"/>
              <a:gd name="T2" fmla="*/ 0 w 234"/>
              <a:gd name="T3" fmla="*/ 541 h 541"/>
              <a:gd name="T4" fmla="*/ 234 w 234"/>
              <a:gd name="T5" fmla="*/ 407 h 541"/>
              <a:gd name="T6" fmla="*/ 234 w 234"/>
              <a:gd name="T7" fmla="*/ 134 h 541"/>
              <a:gd name="T8" fmla="*/ 0 w 234"/>
              <a:gd name="T9" fmla="*/ 0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1">
                <a:moveTo>
                  <a:pt x="0" y="0"/>
                </a:moveTo>
                <a:lnTo>
                  <a:pt x="0" y="541"/>
                </a:lnTo>
                <a:lnTo>
                  <a:pt x="234" y="407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65A2E0"/>
              </a:gs>
              <a:gs pos="0">
                <a:srgbClr val="65BBF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4" name="Freeform 54"/>
          <p:cNvSpPr>
            <a:spLocks/>
          </p:cNvSpPr>
          <p:nvPr userDrawn="1"/>
        </p:nvSpPr>
        <p:spPr bwMode="auto">
          <a:xfrm flipH="1">
            <a:off x="4787900" y="4496594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7867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5" name="Freeform 55"/>
          <p:cNvSpPr>
            <a:spLocks/>
          </p:cNvSpPr>
          <p:nvPr userDrawn="1"/>
        </p:nvSpPr>
        <p:spPr bwMode="auto">
          <a:xfrm flipH="1">
            <a:off x="7000875" y="5996782"/>
            <a:ext cx="742950" cy="641350"/>
          </a:xfrm>
          <a:custGeom>
            <a:avLst/>
            <a:gdLst>
              <a:gd name="T0" fmla="*/ 466 w 468"/>
              <a:gd name="T1" fmla="*/ 0 h 404"/>
              <a:gd name="T2" fmla="*/ 0 w 468"/>
              <a:gd name="T3" fmla="*/ 272 h 404"/>
              <a:gd name="T4" fmla="*/ 234 w 468"/>
              <a:gd name="T5" fmla="*/ 404 h 404"/>
              <a:gd name="T6" fmla="*/ 468 w 468"/>
              <a:gd name="T7" fmla="*/ 268 h 404"/>
              <a:gd name="T8" fmla="*/ 466 w 468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4">
                <a:moveTo>
                  <a:pt x="466" y="0"/>
                </a:moveTo>
                <a:lnTo>
                  <a:pt x="0" y="272"/>
                </a:lnTo>
                <a:lnTo>
                  <a:pt x="234" y="404"/>
                </a:lnTo>
                <a:lnTo>
                  <a:pt x="468" y="268"/>
                </a:lnTo>
                <a:lnTo>
                  <a:pt x="466" y="0"/>
                </a:lnTo>
                <a:close/>
              </a:path>
            </a:pathLst>
          </a:custGeom>
          <a:gradFill>
            <a:gsLst>
              <a:gs pos="100000">
                <a:srgbClr val="332D50"/>
              </a:gs>
              <a:gs pos="0">
                <a:srgbClr val="5B384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6" name="Freeform 56"/>
          <p:cNvSpPr>
            <a:spLocks/>
          </p:cNvSpPr>
          <p:nvPr userDrawn="1"/>
        </p:nvSpPr>
        <p:spPr bwMode="auto">
          <a:xfrm flipH="1">
            <a:off x="7743825" y="1069182"/>
            <a:ext cx="371475" cy="428625"/>
          </a:xfrm>
          <a:custGeom>
            <a:avLst/>
            <a:gdLst>
              <a:gd name="T0" fmla="*/ 0 w 234"/>
              <a:gd name="T1" fmla="*/ 0 h 270"/>
              <a:gd name="T2" fmla="*/ 0 w 234"/>
              <a:gd name="T3" fmla="*/ 270 h 270"/>
              <a:gd name="T4" fmla="*/ 234 w 234"/>
              <a:gd name="T5" fmla="*/ 134 h 270"/>
              <a:gd name="T6" fmla="*/ 0 w 234"/>
              <a:gd name="T7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0"/>
                </a:moveTo>
                <a:lnTo>
                  <a:pt x="0" y="270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FEA659"/>
              </a:gs>
              <a:gs pos="0">
                <a:srgbClr val="FEA6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7" name="Freeform 57"/>
          <p:cNvSpPr>
            <a:spLocks/>
          </p:cNvSpPr>
          <p:nvPr userDrawn="1"/>
        </p:nvSpPr>
        <p:spPr bwMode="auto">
          <a:xfrm flipH="1">
            <a:off x="7375525" y="1926432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52BC5D"/>
              </a:gs>
              <a:gs pos="0">
                <a:srgbClr val="5BBA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8" name="Freeform 58"/>
          <p:cNvSpPr>
            <a:spLocks/>
          </p:cNvSpPr>
          <p:nvPr userDrawn="1"/>
        </p:nvSpPr>
        <p:spPr bwMode="auto">
          <a:xfrm flipH="1">
            <a:off x="7007225" y="34266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ED6136"/>
              </a:gs>
              <a:gs pos="0">
                <a:srgbClr val="FF683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89" name="Freeform 59"/>
          <p:cNvSpPr>
            <a:spLocks/>
          </p:cNvSpPr>
          <p:nvPr userDrawn="1"/>
        </p:nvSpPr>
        <p:spPr bwMode="auto">
          <a:xfrm flipH="1">
            <a:off x="6635750" y="3855244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CE583A"/>
              </a:gs>
              <a:gs pos="0">
                <a:srgbClr val="E8603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0" name="Freeform 60"/>
          <p:cNvSpPr>
            <a:spLocks/>
          </p:cNvSpPr>
          <p:nvPr userDrawn="1"/>
        </p:nvSpPr>
        <p:spPr bwMode="auto">
          <a:xfrm flipH="1">
            <a:off x="7375525" y="3852069"/>
            <a:ext cx="371475" cy="431800"/>
          </a:xfrm>
          <a:custGeom>
            <a:avLst/>
            <a:gdLst>
              <a:gd name="T0" fmla="*/ 234 w 234"/>
              <a:gd name="T1" fmla="*/ 138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8"/>
                </a:moveTo>
                <a:lnTo>
                  <a:pt x="0" y="272"/>
                </a:lnTo>
                <a:lnTo>
                  <a:pt x="0" y="0"/>
                </a:lnTo>
                <a:lnTo>
                  <a:pt x="234" y="138"/>
                </a:lnTo>
                <a:close/>
              </a:path>
            </a:pathLst>
          </a:custGeom>
          <a:gradFill>
            <a:gsLst>
              <a:gs pos="100000">
                <a:srgbClr val="159076"/>
              </a:gs>
              <a:gs pos="0">
                <a:srgbClr val="139E78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1" name="Freeform 61"/>
          <p:cNvSpPr>
            <a:spLocks/>
          </p:cNvSpPr>
          <p:nvPr userDrawn="1"/>
        </p:nvSpPr>
        <p:spPr bwMode="auto">
          <a:xfrm flipH="1">
            <a:off x="6267450" y="4925219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474582"/>
              </a:gs>
              <a:gs pos="0">
                <a:srgbClr val="47448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2" name="Freeform 62"/>
          <p:cNvSpPr>
            <a:spLocks/>
          </p:cNvSpPr>
          <p:nvPr userDrawn="1"/>
        </p:nvSpPr>
        <p:spPr bwMode="auto">
          <a:xfrm flipH="1">
            <a:off x="5159375" y="3639344"/>
            <a:ext cx="368300" cy="431800"/>
          </a:xfrm>
          <a:custGeom>
            <a:avLst/>
            <a:gdLst>
              <a:gd name="T0" fmla="*/ 0 w 232"/>
              <a:gd name="T1" fmla="*/ 136 h 272"/>
              <a:gd name="T2" fmla="*/ 232 w 232"/>
              <a:gd name="T3" fmla="*/ 272 h 272"/>
              <a:gd name="T4" fmla="*/ 232 w 232"/>
              <a:gd name="T5" fmla="*/ 0 h 272"/>
              <a:gd name="T6" fmla="*/ 0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0" y="136"/>
                </a:moveTo>
                <a:lnTo>
                  <a:pt x="232" y="272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85199"/>
              </a:gs>
              <a:gs pos="0">
                <a:srgbClr val="5F56A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3" name="Freeform 63"/>
          <p:cNvSpPr>
            <a:spLocks/>
          </p:cNvSpPr>
          <p:nvPr userDrawn="1"/>
        </p:nvSpPr>
        <p:spPr bwMode="auto">
          <a:xfrm flipH="1">
            <a:off x="5895975" y="5996782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3346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4" name="Freeform 64"/>
          <p:cNvSpPr>
            <a:spLocks/>
          </p:cNvSpPr>
          <p:nvPr userDrawn="1"/>
        </p:nvSpPr>
        <p:spPr bwMode="auto">
          <a:xfrm flipH="1">
            <a:off x="5159375" y="6425407"/>
            <a:ext cx="368300" cy="431800"/>
          </a:xfrm>
          <a:custGeom>
            <a:avLst/>
            <a:gdLst>
              <a:gd name="T0" fmla="*/ 232 w 232"/>
              <a:gd name="T1" fmla="*/ 136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6"/>
                </a:moveTo>
                <a:lnTo>
                  <a:pt x="0" y="272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52D67"/>
              </a:gs>
              <a:gs pos="0">
                <a:srgbClr val="253F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5" name="Freeform 65"/>
          <p:cNvSpPr>
            <a:spLocks/>
          </p:cNvSpPr>
          <p:nvPr userDrawn="1"/>
        </p:nvSpPr>
        <p:spPr bwMode="auto">
          <a:xfrm flipH="1">
            <a:off x="5159375" y="5780882"/>
            <a:ext cx="368300" cy="428625"/>
          </a:xfrm>
          <a:custGeom>
            <a:avLst/>
            <a:gdLst>
              <a:gd name="T0" fmla="*/ 0 w 232"/>
              <a:gd name="T1" fmla="*/ 136 h 270"/>
              <a:gd name="T2" fmla="*/ 232 w 232"/>
              <a:gd name="T3" fmla="*/ 270 h 270"/>
              <a:gd name="T4" fmla="*/ 232 w 232"/>
              <a:gd name="T5" fmla="*/ 0 h 270"/>
              <a:gd name="T6" fmla="*/ 0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6"/>
                </a:moveTo>
                <a:lnTo>
                  <a:pt x="232" y="270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0354C"/>
              </a:gs>
              <a:gs pos="0">
                <a:srgbClr val="61323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6" name="Freeform 66"/>
          <p:cNvSpPr>
            <a:spLocks/>
          </p:cNvSpPr>
          <p:nvPr userDrawn="1"/>
        </p:nvSpPr>
        <p:spPr bwMode="auto">
          <a:xfrm flipH="1">
            <a:off x="5899150" y="2139157"/>
            <a:ext cx="736600" cy="431800"/>
          </a:xfrm>
          <a:custGeom>
            <a:avLst/>
            <a:gdLst>
              <a:gd name="T0" fmla="*/ 464 w 464"/>
              <a:gd name="T1" fmla="*/ 136 h 272"/>
              <a:gd name="T2" fmla="*/ 232 w 464"/>
              <a:gd name="T3" fmla="*/ 272 h 272"/>
              <a:gd name="T4" fmla="*/ 0 w 464"/>
              <a:gd name="T5" fmla="*/ 136 h 272"/>
              <a:gd name="T6" fmla="*/ 232 w 464"/>
              <a:gd name="T7" fmla="*/ 0 h 272"/>
              <a:gd name="T8" fmla="*/ 464 w 464"/>
              <a:gd name="T9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4" h="272">
                <a:moveTo>
                  <a:pt x="464" y="136"/>
                </a:moveTo>
                <a:lnTo>
                  <a:pt x="232" y="272"/>
                </a:lnTo>
                <a:lnTo>
                  <a:pt x="0" y="136"/>
                </a:lnTo>
                <a:lnTo>
                  <a:pt x="232" y="0"/>
                </a:lnTo>
                <a:lnTo>
                  <a:pt x="464" y="136"/>
                </a:lnTo>
                <a:close/>
              </a:path>
            </a:pathLst>
          </a:custGeom>
          <a:gradFill>
            <a:gsLst>
              <a:gs pos="100000">
                <a:srgbClr val="637AC0"/>
              </a:gs>
              <a:gs pos="0">
                <a:srgbClr val="6487C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7" name="Freeform 67"/>
          <p:cNvSpPr>
            <a:spLocks/>
          </p:cNvSpPr>
          <p:nvPr userDrawn="1"/>
        </p:nvSpPr>
        <p:spPr bwMode="auto">
          <a:xfrm flipH="1">
            <a:off x="8112125" y="5996782"/>
            <a:ext cx="742950" cy="857250"/>
          </a:xfrm>
          <a:custGeom>
            <a:avLst/>
            <a:gdLst>
              <a:gd name="T0" fmla="*/ 0 w 468"/>
              <a:gd name="T1" fmla="*/ 406 h 540"/>
              <a:gd name="T2" fmla="*/ 234 w 468"/>
              <a:gd name="T3" fmla="*/ 540 h 540"/>
              <a:gd name="T4" fmla="*/ 468 w 468"/>
              <a:gd name="T5" fmla="*/ 406 h 540"/>
              <a:gd name="T6" fmla="*/ 468 w 468"/>
              <a:gd name="T7" fmla="*/ 136 h 540"/>
              <a:gd name="T8" fmla="*/ 234 w 468"/>
              <a:gd name="T9" fmla="*/ 0 h 540"/>
              <a:gd name="T10" fmla="*/ 234 w 468"/>
              <a:gd name="T11" fmla="*/ 270 h 540"/>
              <a:gd name="T12" fmla="*/ 0 w 468"/>
              <a:gd name="T13" fmla="*/ 406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8" h="540">
                <a:moveTo>
                  <a:pt x="0" y="406"/>
                </a:moveTo>
                <a:lnTo>
                  <a:pt x="234" y="540"/>
                </a:lnTo>
                <a:lnTo>
                  <a:pt x="468" y="406"/>
                </a:lnTo>
                <a:lnTo>
                  <a:pt x="468" y="136"/>
                </a:lnTo>
                <a:lnTo>
                  <a:pt x="234" y="0"/>
                </a:lnTo>
                <a:lnTo>
                  <a:pt x="234" y="270"/>
                </a:lnTo>
                <a:lnTo>
                  <a:pt x="0" y="406"/>
                </a:lnTo>
                <a:close/>
              </a:path>
            </a:pathLst>
          </a:custGeom>
          <a:gradFill>
            <a:gsLst>
              <a:gs pos="100000">
                <a:srgbClr val="283069"/>
              </a:gs>
              <a:gs pos="0">
                <a:srgbClr val="224E6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8" name="Freeform 68"/>
          <p:cNvSpPr>
            <a:spLocks/>
          </p:cNvSpPr>
          <p:nvPr userDrawn="1"/>
        </p:nvSpPr>
        <p:spPr bwMode="auto">
          <a:xfrm flipH="1">
            <a:off x="7375525" y="2135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AC619"/>
              </a:gs>
              <a:gs pos="0">
                <a:srgbClr val="ADCA0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9" name="Freeform 69"/>
          <p:cNvSpPr>
            <a:spLocks/>
          </p:cNvSpPr>
          <p:nvPr userDrawn="1"/>
        </p:nvSpPr>
        <p:spPr bwMode="auto">
          <a:xfrm flipH="1">
            <a:off x="6635750" y="642144"/>
            <a:ext cx="374650" cy="639763"/>
          </a:xfrm>
          <a:custGeom>
            <a:avLst/>
            <a:gdLst>
              <a:gd name="T0" fmla="*/ 234 w 236"/>
              <a:gd name="T1" fmla="*/ 0 h 403"/>
              <a:gd name="T2" fmla="*/ 236 w 236"/>
              <a:gd name="T3" fmla="*/ 269 h 403"/>
              <a:gd name="T4" fmla="*/ 2 w 236"/>
              <a:gd name="T5" fmla="*/ 403 h 403"/>
              <a:gd name="T6" fmla="*/ 0 w 236"/>
              <a:gd name="T7" fmla="*/ 134 h 403"/>
              <a:gd name="T8" fmla="*/ 234 w 236"/>
              <a:gd name="T9" fmla="*/ 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3">
                <a:moveTo>
                  <a:pt x="234" y="0"/>
                </a:moveTo>
                <a:lnTo>
                  <a:pt x="236" y="269"/>
                </a:lnTo>
                <a:lnTo>
                  <a:pt x="2" y="403"/>
                </a:lnTo>
                <a:lnTo>
                  <a:pt x="0" y="134"/>
                </a:lnTo>
                <a:lnTo>
                  <a:pt x="234" y="0"/>
                </a:lnTo>
                <a:close/>
              </a:path>
            </a:pathLst>
          </a:custGeom>
          <a:gradFill>
            <a:gsLst>
              <a:gs pos="100000">
                <a:srgbClr val="FE9E3F"/>
              </a:gs>
              <a:gs pos="0">
                <a:srgbClr val="FDB049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</p:spTree>
    <p:extLst>
      <p:ext uri="{BB962C8B-B14F-4D97-AF65-F5344CB8AC3E}">
        <p14:creationId xmlns:p14="http://schemas.microsoft.com/office/powerpoint/2010/main" val="838340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3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 flipH="1"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8036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271637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21682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7172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8013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36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5400000" flipH="1">
            <a:off x="7287036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38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16200000" flipH="1">
            <a:off x="5078133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 flipH="1">
            <a:off x="11819934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 flipH="1">
            <a:off x="296660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1189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2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auto">
          <a:xfrm>
            <a:off x="0" y="0"/>
            <a:ext cx="9965762" cy="6858001"/>
          </a:xfrm>
          <a:custGeom>
            <a:avLst/>
            <a:gdLst>
              <a:gd name="connsiteX0" fmla="*/ 7385001 w 9965762"/>
              <a:gd name="connsiteY0" fmla="*/ 5774783 h 6858001"/>
              <a:gd name="connsiteX1" fmla="*/ 7016701 w 9965762"/>
              <a:gd name="connsiteY1" fmla="*/ 5993858 h 6858001"/>
              <a:gd name="connsiteX2" fmla="*/ 7385001 w 9965762"/>
              <a:gd name="connsiteY2" fmla="*/ 6206583 h 6858001"/>
              <a:gd name="connsiteX3" fmla="*/ 7381057 w 9965762"/>
              <a:gd name="connsiteY3" fmla="*/ 4067175 h 6858001"/>
              <a:gd name="connsiteX4" fmla="*/ 7009582 w 9965762"/>
              <a:gd name="connsiteY4" fmla="*/ 4279900 h 6858001"/>
              <a:gd name="connsiteX5" fmla="*/ 7012757 w 9965762"/>
              <a:gd name="connsiteY5" fmla="*/ 4708525 h 6858001"/>
              <a:gd name="connsiteX6" fmla="*/ 7384232 w 9965762"/>
              <a:gd name="connsiteY6" fmla="*/ 4495800 h 6858001"/>
              <a:gd name="connsiteX7" fmla="*/ 7386331 w 9965762"/>
              <a:gd name="connsiteY7" fmla="*/ 2781300 h 6858001"/>
              <a:gd name="connsiteX8" fmla="*/ 7386331 w 9965762"/>
              <a:gd name="connsiteY8" fmla="*/ 3209925 h 6858001"/>
              <a:gd name="connsiteX9" fmla="*/ 7754631 w 9965762"/>
              <a:gd name="connsiteY9" fmla="*/ 2997200 h 6858001"/>
              <a:gd name="connsiteX10" fmla="*/ 7751456 w 9965762"/>
              <a:gd name="connsiteY10" fmla="*/ 2143125 h 6858001"/>
              <a:gd name="connsiteX11" fmla="*/ 7383156 w 9965762"/>
              <a:gd name="connsiteY11" fmla="*/ 2359025 h 6858001"/>
              <a:gd name="connsiteX12" fmla="*/ 7751456 w 9965762"/>
              <a:gd name="connsiteY12" fmla="*/ 2571750 h 6858001"/>
              <a:gd name="connsiteX13" fmla="*/ 0 w 9965762"/>
              <a:gd name="connsiteY13" fmla="*/ 0 h 6858001"/>
              <a:gd name="connsiteX14" fmla="*/ 929970 w 9965762"/>
              <a:gd name="connsiteY14" fmla="*/ 0 h 6858001"/>
              <a:gd name="connsiteX15" fmla="*/ 2120900 w 9965762"/>
              <a:gd name="connsiteY15" fmla="*/ 0 h 6858001"/>
              <a:gd name="connsiteX16" fmla="*/ 8497581 w 9965762"/>
              <a:gd name="connsiteY16" fmla="*/ 0 h 6858001"/>
              <a:gd name="connsiteX17" fmla="*/ 8494406 w 9965762"/>
              <a:gd name="connsiteY17" fmla="*/ 428625 h 6858001"/>
              <a:gd name="connsiteX18" fmla="*/ 8865881 w 9965762"/>
              <a:gd name="connsiteY18" fmla="*/ 641350 h 6858001"/>
              <a:gd name="connsiteX19" fmla="*/ 8869056 w 9965762"/>
              <a:gd name="connsiteY19" fmla="*/ 212725 h 6858001"/>
              <a:gd name="connsiteX20" fmla="*/ 8497581 w 9965762"/>
              <a:gd name="connsiteY20" fmla="*/ 0 h 6858001"/>
              <a:gd name="connsiteX21" fmla="*/ 9965762 w 9965762"/>
              <a:gd name="connsiteY21" fmla="*/ 0 h 6858001"/>
              <a:gd name="connsiteX22" fmla="*/ 9239920 w 9965762"/>
              <a:gd name="connsiteY22" fmla="*/ 428860 h 6858001"/>
              <a:gd name="connsiteX23" fmla="*/ 9228507 w 9965762"/>
              <a:gd name="connsiteY23" fmla="*/ 1285122 h 6858001"/>
              <a:gd name="connsiteX24" fmla="*/ 8498502 w 9965762"/>
              <a:gd name="connsiteY24" fmla="*/ 1717306 h 6858001"/>
              <a:gd name="connsiteX25" fmla="*/ 8498030 w 9965762"/>
              <a:gd name="connsiteY25" fmla="*/ 2137585 h 6858001"/>
              <a:gd name="connsiteX26" fmla="*/ 8127804 w 9965762"/>
              <a:gd name="connsiteY26" fmla="*/ 2351048 h 6858001"/>
              <a:gd name="connsiteX27" fmla="*/ 8131128 w 9965762"/>
              <a:gd name="connsiteY27" fmla="*/ 3212071 h 6858001"/>
              <a:gd name="connsiteX28" fmla="*/ 8489447 w 9965762"/>
              <a:gd name="connsiteY28" fmla="*/ 3422681 h 6858001"/>
              <a:gd name="connsiteX29" fmla="*/ 8498502 w 9965762"/>
              <a:gd name="connsiteY29" fmla="*/ 3856304 h 6858001"/>
              <a:gd name="connsiteX30" fmla="*/ 8131129 w 9965762"/>
              <a:gd name="connsiteY30" fmla="*/ 4066445 h 6858001"/>
              <a:gd name="connsiteX31" fmla="*/ 8128748 w 9965762"/>
              <a:gd name="connsiteY31" fmla="*/ 4499572 h 6858001"/>
              <a:gd name="connsiteX32" fmla="*/ 9236593 w 9965762"/>
              <a:gd name="connsiteY32" fmla="*/ 5138078 h 6858001"/>
              <a:gd name="connsiteX33" fmla="*/ 9228507 w 9965762"/>
              <a:gd name="connsiteY33" fmla="*/ 5558356 h 6858001"/>
              <a:gd name="connsiteX34" fmla="*/ 8860639 w 9965762"/>
              <a:gd name="connsiteY34" fmla="*/ 5789456 h 6858001"/>
              <a:gd name="connsiteX35" fmla="*/ 8857787 w 9965762"/>
              <a:gd name="connsiteY35" fmla="*/ 6201624 h 6858001"/>
              <a:gd name="connsiteX36" fmla="*/ 8477541 w 9965762"/>
              <a:gd name="connsiteY36" fmla="*/ 6446067 h 6858001"/>
              <a:gd name="connsiteX37" fmla="*/ 8506551 w 9965762"/>
              <a:gd name="connsiteY37" fmla="*/ 6858001 h 6858001"/>
              <a:gd name="connsiteX38" fmla="*/ 2120900 w 9965762"/>
              <a:gd name="connsiteY38" fmla="*/ 6858001 h 6858001"/>
              <a:gd name="connsiteX39" fmla="*/ 929970 w 9965762"/>
              <a:gd name="connsiteY39" fmla="*/ 6858001 h 6858001"/>
              <a:gd name="connsiteX40" fmla="*/ 0 w 9965762"/>
              <a:gd name="connsiteY4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965762" h="6858001">
                <a:moveTo>
                  <a:pt x="7385001" y="5774783"/>
                </a:moveTo>
                <a:lnTo>
                  <a:pt x="7016701" y="5993858"/>
                </a:lnTo>
                <a:lnTo>
                  <a:pt x="7385001" y="6206583"/>
                </a:lnTo>
                <a:close/>
                <a:moveTo>
                  <a:pt x="7381057" y="4067175"/>
                </a:moveTo>
                <a:lnTo>
                  <a:pt x="7009582" y="4279900"/>
                </a:lnTo>
                <a:lnTo>
                  <a:pt x="7012757" y="4708525"/>
                </a:lnTo>
                <a:lnTo>
                  <a:pt x="7384232" y="4495800"/>
                </a:lnTo>
                <a:close/>
                <a:moveTo>
                  <a:pt x="7386331" y="2781300"/>
                </a:moveTo>
                <a:lnTo>
                  <a:pt x="7386331" y="3209925"/>
                </a:lnTo>
                <a:lnTo>
                  <a:pt x="7754631" y="2997200"/>
                </a:lnTo>
                <a:close/>
                <a:moveTo>
                  <a:pt x="7751456" y="2143125"/>
                </a:moveTo>
                <a:lnTo>
                  <a:pt x="7383156" y="2359025"/>
                </a:lnTo>
                <a:lnTo>
                  <a:pt x="7751456" y="2571750"/>
                </a:lnTo>
                <a:close/>
                <a:moveTo>
                  <a:pt x="0" y="0"/>
                </a:moveTo>
                <a:lnTo>
                  <a:pt x="929970" y="0"/>
                </a:lnTo>
                <a:lnTo>
                  <a:pt x="2120900" y="0"/>
                </a:lnTo>
                <a:lnTo>
                  <a:pt x="8497581" y="0"/>
                </a:lnTo>
                <a:lnTo>
                  <a:pt x="8494406" y="428625"/>
                </a:lnTo>
                <a:lnTo>
                  <a:pt x="8865881" y="641350"/>
                </a:lnTo>
                <a:lnTo>
                  <a:pt x="8869056" y="212725"/>
                </a:lnTo>
                <a:lnTo>
                  <a:pt x="8497581" y="0"/>
                </a:lnTo>
                <a:lnTo>
                  <a:pt x="9965762" y="0"/>
                </a:lnTo>
                <a:lnTo>
                  <a:pt x="9239920" y="428860"/>
                </a:lnTo>
                <a:cubicBezTo>
                  <a:pt x="9239291" y="426943"/>
                  <a:pt x="9226754" y="1296564"/>
                  <a:pt x="9228507" y="1285122"/>
                </a:cubicBezTo>
                <a:lnTo>
                  <a:pt x="8498502" y="1717306"/>
                </a:lnTo>
                <a:cubicBezTo>
                  <a:pt x="8497551" y="1866130"/>
                  <a:pt x="8498981" y="1988761"/>
                  <a:pt x="8498030" y="2137585"/>
                </a:cubicBezTo>
                <a:lnTo>
                  <a:pt x="8127804" y="2351048"/>
                </a:lnTo>
                <a:lnTo>
                  <a:pt x="8131128" y="3212071"/>
                </a:lnTo>
                <a:lnTo>
                  <a:pt x="8489447" y="3422681"/>
                </a:lnTo>
                <a:cubicBezTo>
                  <a:pt x="8488496" y="3570397"/>
                  <a:pt x="8499453" y="3708588"/>
                  <a:pt x="8498502" y="3856304"/>
                </a:cubicBezTo>
                <a:lnTo>
                  <a:pt x="8131129" y="4066445"/>
                </a:lnTo>
                <a:cubicBezTo>
                  <a:pt x="8131923" y="4210821"/>
                  <a:pt x="8127954" y="4355196"/>
                  <a:pt x="8128748" y="4499572"/>
                </a:cubicBezTo>
                <a:lnTo>
                  <a:pt x="9236593" y="5138078"/>
                </a:lnTo>
                <a:cubicBezTo>
                  <a:pt x="9234691" y="5278965"/>
                  <a:pt x="9230409" y="5417469"/>
                  <a:pt x="9228507" y="5558356"/>
                </a:cubicBezTo>
                <a:lnTo>
                  <a:pt x="8860639" y="5789456"/>
                </a:lnTo>
                <a:cubicBezTo>
                  <a:pt x="8859688" y="5926845"/>
                  <a:pt x="8858738" y="6064235"/>
                  <a:pt x="8857787" y="6201624"/>
                </a:cubicBezTo>
                <a:lnTo>
                  <a:pt x="8477541" y="6446067"/>
                </a:lnTo>
                <a:lnTo>
                  <a:pt x="8506551" y="6858001"/>
                </a:lnTo>
                <a:lnTo>
                  <a:pt x="2120900" y="6858001"/>
                </a:lnTo>
                <a:lnTo>
                  <a:pt x="929970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6858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 algn="r" rtl="1"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96858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4277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2"/>
          </p:nvPr>
        </p:nvSpPr>
        <p:spPr>
          <a:xfrm>
            <a:off x="700615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Freeform 30"/>
          <p:cNvSpPr>
            <a:spLocks/>
          </p:cNvSpPr>
          <p:nvPr userDrawn="1"/>
        </p:nvSpPr>
        <p:spPr bwMode="auto">
          <a:xfrm flipH="1">
            <a:off x="8859274" y="3425825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49E7C"/>
              </a:gs>
              <a:gs pos="0">
                <a:srgbClr val="1EAE7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4" name="Freeform 31"/>
          <p:cNvSpPr>
            <a:spLocks/>
          </p:cNvSpPr>
          <p:nvPr userDrawn="1"/>
        </p:nvSpPr>
        <p:spPr bwMode="auto">
          <a:xfrm flipH="1">
            <a:off x="7382899" y="3425825"/>
            <a:ext cx="742950" cy="644525"/>
          </a:xfrm>
          <a:custGeom>
            <a:avLst/>
            <a:gdLst>
              <a:gd name="T0" fmla="*/ 2 w 468"/>
              <a:gd name="T1" fmla="*/ 406 h 406"/>
              <a:gd name="T2" fmla="*/ 468 w 468"/>
              <a:gd name="T3" fmla="*/ 134 h 406"/>
              <a:gd name="T4" fmla="*/ 234 w 468"/>
              <a:gd name="T5" fmla="*/ 0 h 406"/>
              <a:gd name="T6" fmla="*/ 0 w 468"/>
              <a:gd name="T7" fmla="*/ 136 h 406"/>
              <a:gd name="T8" fmla="*/ 2 w 468"/>
              <a:gd name="T9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6">
                <a:moveTo>
                  <a:pt x="2" y="406"/>
                </a:moveTo>
                <a:lnTo>
                  <a:pt x="468" y="134"/>
                </a:lnTo>
                <a:lnTo>
                  <a:pt x="234" y="0"/>
                </a:lnTo>
                <a:lnTo>
                  <a:pt x="0" y="136"/>
                </a:lnTo>
                <a:lnTo>
                  <a:pt x="2" y="406"/>
                </a:lnTo>
                <a:close/>
              </a:path>
            </a:pathLst>
          </a:custGeom>
          <a:gradFill>
            <a:gsLst>
              <a:gs pos="100000">
                <a:srgbClr val="EE6134"/>
              </a:gs>
              <a:gs pos="0">
                <a:srgbClr val="FF6E3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5" name="Freeform 32"/>
          <p:cNvSpPr>
            <a:spLocks/>
          </p:cNvSpPr>
          <p:nvPr userDrawn="1"/>
        </p:nvSpPr>
        <p:spPr bwMode="auto">
          <a:xfrm flipH="1">
            <a:off x="9968937" y="406717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4E498C"/>
              </a:gs>
              <a:gs pos="0">
                <a:srgbClr val="544D9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6" name="Freeform 33"/>
          <p:cNvSpPr>
            <a:spLocks/>
          </p:cNvSpPr>
          <p:nvPr userDrawn="1"/>
        </p:nvSpPr>
        <p:spPr bwMode="auto">
          <a:xfrm flipH="1">
            <a:off x="9230750" y="4708525"/>
            <a:ext cx="366712" cy="431800"/>
          </a:xfrm>
          <a:custGeom>
            <a:avLst/>
            <a:gdLst>
              <a:gd name="T0" fmla="*/ 0 w 231"/>
              <a:gd name="T1" fmla="*/ 136 h 272"/>
              <a:gd name="T2" fmla="*/ 231 w 231"/>
              <a:gd name="T3" fmla="*/ 0 h 272"/>
              <a:gd name="T4" fmla="*/ 231 w 231"/>
              <a:gd name="T5" fmla="*/ 272 h 272"/>
              <a:gd name="T6" fmla="*/ 0 w 231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1" h="272">
                <a:moveTo>
                  <a:pt x="0" y="136"/>
                </a:moveTo>
                <a:lnTo>
                  <a:pt x="231" y="0"/>
                </a:lnTo>
                <a:lnTo>
                  <a:pt x="231" y="272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A64D40"/>
              </a:gs>
              <a:gs pos="0">
                <a:srgbClr val="BB533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7" name="Freeform 34"/>
          <p:cNvSpPr>
            <a:spLocks/>
          </p:cNvSpPr>
          <p:nvPr userDrawn="1"/>
        </p:nvSpPr>
        <p:spPr bwMode="auto">
          <a:xfrm flipH="1">
            <a:off x="7751199" y="1282700"/>
            <a:ext cx="371475" cy="428625"/>
          </a:xfrm>
          <a:custGeom>
            <a:avLst/>
            <a:gdLst>
              <a:gd name="T0" fmla="*/ 0 w 234"/>
              <a:gd name="T1" fmla="*/ 134 h 270"/>
              <a:gd name="T2" fmla="*/ 234 w 234"/>
              <a:gd name="T3" fmla="*/ 0 h 270"/>
              <a:gd name="T4" fmla="*/ 234 w 234"/>
              <a:gd name="T5" fmla="*/ 270 h 270"/>
              <a:gd name="T6" fmla="*/ 0 w 234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4"/>
                </a:moveTo>
                <a:lnTo>
                  <a:pt x="234" y="0"/>
                </a:lnTo>
                <a:lnTo>
                  <a:pt x="234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6CC65"/>
              </a:gs>
              <a:gs pos="0">
                <a:srgbClr val="87C22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8" name="Freeform 35"/>
          <p:cNvSpPr>
            <a:spLocks/>
          </p:cNvSpPr>
          <p:nvPr userDrawn="1"/>
        </p:nvSpPr>
        <p:spPr bwMode="auto">
          <a:xfrm flipH="1">
            <a:off x="8494149" y="1924050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FF9441"/>
              </a:gs>
              <a:gs pos="0">
                <a:srgbClr val="FE954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39" name="Freeform 36"/>
          <p:cNvSpPr>
            <a:spLocks/>
          </p:cNvSpPr>
          <p:nvPr userDrawn="1"/>
        </p:nvSpPr>
        <p:spPr bwMode="auto">
          <a:xfrm flipH="1">
            <a:off x="9597462" y="51371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1E6B74"/>
              </a:gs>
              <a:gs pos="0">
                <a:srgbClr val="1B737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0" name="Freeform 37"/>
          <p:cNvSpPr>
            <a:spLocks/>
          </p:cNvSpPr>
          <p:nvPr userDrawn="1"/>
        </p:nvSpPr>
        <p:spPr bwMode="auto">
          <a:xfrm flipH="1">
            <a:off x="7386074" y="4708525"/>
            <a:ext cx="368300" cy="431800"/>
          </a:xfrm>
          <a:custGeom>
            <a:avLst/>
            <a:gdLst>
              <a:gd name="T0" fmla="*/ 232 w 232"/>
              <a:gd name="T1" fmla="*/ 138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8"/>
                </a:moveTo>
                <a:lnTo>
                  <a:pt x="0" y="272"/>
                </a:lnTo>
                <a:lnTo>
                  <a:pt x="0" y="0"/>
                </a:lnTo>
                <a:lnTo>
                  <a:pt x="232" y="138"/>
                </a:lnTo>
                <a:close/>
              </a:path>
            </a:pathLst>
          </a:custGeom>
          <a:gradFill>
            <a:gsLst>
              <a:gs pos="100000">
                <a:srgbClr val="484484"/>
              </a:gs>
              <a:gs pos="0">
                <a:srgbClr val="4F498C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1" name="Freeform 38"/>
          <p:cNvSpPr>
            <a:spLocks/>
          </p:cNvSpPr>
          <p:nvPr userDrawn="1"/>
        </p:nvSpPr>
        <p:spPr bwMode="auto">
          <a:xfrm flipH="1">
            <a:off x="9597462" y="64198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353055"/>
              </a:gs>
              <a:gs pos="0">
                <a:srgbClr val="4832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2" name="Freeform 39"/>
          <p:cNvSpPr>
            <a:spLocks/>
          </p:cNvSpPr>
          <p:nvPr userDrawn="1"/>
        </p:nvSpPr>
        <p:spPr bwMode="auto">
          <a:xfrm flipH="1">
            <a:off x="7754374" y="620712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0326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3" name="Freeform 40"/>
          <p:cNvSpPr>
            <a:spLocks/>
          </p:cNvSpPr>
          <p:nvPr userDrawn="1"/>
        </p:nvSpPr>
        <p:spPr bwMode="auto">
          <a:xfrm flipH="1">
            <a:off x="7751199" y="5565775"/>
            <a:ext cx="371475" cy="428625"/>
          </a:xfrm>
          <a:custGeom>
            <a:avLst/>
            <a:gdLst>
              <a:gd name="T0" fmla="*/ 0 w 234"/>
              <a:gd name="T1" fmla="*/ 136 h 270"/>
              <a:gd name="T2" fmla="*/ 234 w 234"/>
              <a:gd name="T3" fmla="*/ 270 h 270"/>
              <a:gd name="T4" fmla="*/ 234 w 234"/>
              <a:gd name="T5" fmla="*/ 0 h 270"/>
              <a:gd name="T6" fmla="*/ 0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6"/>
                </a:moveTo>
                <a:lnTo>
                  <a:pt x="234" y="270"/>
                </a:lnTo>
                <a:lnTo>
                  <a:pt x="234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7C535D"/>
              </a:gs>
              <a:gs pos="0">
                <a:srgbClr val="82434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4" name="Freeform 41"/>
          <p:cNvSpPr>
            <a:spLocks/>
          </p:cNvSpPr>
          <p:nvPr userDrawn="1"/>
        </p:nvSpPr>
        <p:spPr bwMode="auto">
          <a:xfrm flipH="1">
            <a:off x="8862449" y="5994400"/>
            <a:ext cx="374650" cy="641350"/>
          </a:xfrm>
          <a:custGeom>
            <a:avLst/>
            <a:gdLst>
              <a:gd name="T0" fmla="*/ 2 w 236"/>
              <a:gd name="T1" fmla="*/ 0 h 404"/>
              <a:gd name="T2" fmla="*/ 0 w 236"/>
              <a:gd name="T3" fmla="*/ 270 h 404"/>
              <a:gd name="T4" fmla="*/ 234 w 236"/>
              <a:gd name="T5" fmla="*/ 404 h 404"/>
              <a:gd name="T6" fmla="*/ 236 w 236"/>
              <a:gd name="T7" fmla="*/ 134 h 404"/>
              <a:gd name="T8" fmla="*/ 2 w 236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4">
                <a:moveTo>
                  <a:pt x="2" y="0"/>
                </a:moveTo>
                <a:lnTo>
                  <a:pt x="0" y="270"/>
                </a:lnTo>
                <a:lnTo>
                  <a:pt x="234" y="404"/>
                </a:lnTo>
                <a:lnTo>
                  <a:pt x="236" y="134"/>
                </a:lnTo>
                <a:lnTo>
                  <a:pt x="2" y="0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636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5" name="Freeform 42"/>
          <p:cNvSpPr>
            <a:spLocks/>
          </p:cNvSpPr>
          <p:nvPr userDrawn="1"/>
        </p:nvSpPr>
        <p:spPr bwMode="auto">
          <a:xfrm flipH="1">
            <a:off x="8119499" y="854075"/>
            <a:ext cx="739775" cy="428625"/>
          </a:xfrm>
          <a:custGeom>
            <a:avLst/>
            <a:gdLst>
              <a:gd name="T0" fmla="*/ 466 w 466"/>
              <a:gd name="T1" fmla="*/ 136 h 270"/>
              <a:gd name="T2" fmla="*/ 232 w 466"/>
              <a:gd name="T3" fmla="*/ 270 h 270"/>
              <a:gd name="T4" fmla="*/ 0 w 466"/>
              <a:gd name="T5" fmla="*/ 136 h 270"/>
              <a:gd name="T6" fmla="*/ 232 w 466"/>
              <a:gd name="T7" fmla="*/ 0 h 270"/>
              <a:gd name="T8" fmla="*/ 466 w 466"/>
              <a:gd name="T9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6"/>
                </a:moveTo>
                <a:lnTo>
                  <a:pt x="232" y="270"/>
                </a:lnTo>
                <a:lnTo>
                  <a:pt x="0" y="136"/>
                </a:lnTo>
                <a:lnTo>
                  <a:pt x="232" y="0"/>
                </a:lnTo>
                <a:lnTo>
                  <a:pt x="466" y="136"/>
                </a:lnTo>
                <a:close/>
              </a:path>
            </a:pathLst>
          </a:custGeom>
          <a:gradFill>
            <a:gsLst>
              <a:gs pos="100000">
                <a:srgbClr val="60AEEA"/>
              </a:gs>
              <a:gs pos="0">
                <a:srgbClr val="65BDF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6" name="Freeform 43"/>
          <p:cNvSpPr>
            <a:spLocks/>
          </p:cNvSpPr>
          <p:nvPr userDrawn="1"/>
        </p:nvSpPr>
        <p:spPr bwMode="auto">
          <a:xfrm flipH="1">
            <a:off x="8119499" y="5137150"/>
            <a:ext cx="739775" cy="428625"/>
          </a:xfrm>
          <a:custGeom>
            <a:avLst/>
            <a:gdLst>
              <a:gd name="T0" fmla="*/ 466 w 466"/>
              <a:gd name="T1" fmla="*/ 134 h 270"/>
              <a:gd name="T2" fmla="*/ 232 w 466"/>
              <a:gd name="T3" fmla="*/ 270 h 270"/>
              <a:gd name="T4" fmla="*/ 0 w 466"/>
              <a:gd name="T5" fmla="*/ 134 h 270"/>
              <a:gd name="T6" fmla="*/ 232 w 466"/>
              <a:gd name="T7" fmla="*/ 0 h 270"/>
              <a:gd name="T8" fmla="*/ 466 w 466"/>
              <a:gd name="T9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4"/>
                </a:moveTo>
                <a:lnTo>
                  <a:pt x="232" y="270"/>
                </a:lnTo>
                <a:lnTo>
                  <a:pt x="0" y="134"/>
                </a:lnTo>
                <a:lnTo>
                  <a:pt x="232" y="0"/>
                </a:lnTo>
                <a:lnTo>
                  <a:pt x="466" y="134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B747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  <p:sp>
        <p:nvSpPr>
          <p:cNvPr id="47" name="Freeform 44"/>
          <p:cNvSpPr>
            <a:spLocks/>
          </p:cNvSpPr>
          <p:nvPr userDrawn="1"/>
        </p:nvSpPr>
        <p:spPr bwMode="auto">
          <a:xfrm flipH="1">
            <a:off x="9600637" y="425450"/>
            <a:ext cx="365125" cy="1069975"/>
          </a:xfrm>
          <a:custGeom>
            <a:avLst/>
            <a:gdLst>
              <a:gd name="T0" fmla="*/ 230 w 230"/>
              <a:gd name="T1" fmla="*/ 674 h 674"/>
              <a:gd name="T2" fmla="*/ 0 w 230"/>
              <a:gd name="T3" fmla="*/ 540 h 674"/>
              <a:gd name="T4" fmla="*/ 0 w 230"/>
              <a:gd name="T5" fmla="*/ 0 h 674"/>
              <a:gd name="T6" fmla="*/ 230 w 230"/>
              <a:gd name="T7" fmla="*/ 136 h 674"/>
              <a:gd name="T8" fmla="*/ 230 w 230"/>
              <a:gd name="T9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674">
                <a:moveTo>
                  <a:pt x="230" y="674"/>
                </a:moveTo>
                <a:lnTo>
                  <a:pt x="0" y="540"/>
                </a:lnTo>
                <a:lnTo>
                  <a:pt x="0" y="0"/>
                </a:lnTo>
                <a:lnTo>
                  <a:pt x="230" y="136"/>
                </a:lnTo>
                <a:lnTo>
                  <a:pt x="230" y="674"/>
                </a:lnTo>
                <a:close/>
              </a:path>
            </a:pathLst>
          </a:custGeom>
          <a:gradFill>
            <a:gsLst>
              <a:gs pos="100000">
                <a:srgbClr val="FFAC49"/>
              </a:gs>
              <a:gs pos="0">
                <a:srgbClr val="FDBD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</a:endParaRPr>
          </a:p>
        </p:txBody>
      </p:sp>
    </p:spTree>
    <p:extLst>
      <p:ext uri="{BB962C8B-B14F-4D97-AF65-F5344CB8AC3E}">
        <p14:creationId xmlns:p14="http://schemas.microsoft.com/office/powerpoint/2010/main" val="562306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42431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28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r" rtl="0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460825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34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109311" y="1544274"/>
            <a:ext cx="3350851" cy="1495794"/>
          </a:xfrm>
          <a:noFill/>
        </p:spPr>
        <p:txBody>
          <a:bodyPr wrap="square" lIns="0" tIns="0" rIns="0" bIns="0" anchor="b">
            <a:noAutofit/>
          </a:bodyPr>
          <a:lstStyle>
            <a:lvl1pPr algn="r"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KW" sz="5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274320" tIns="274320" rIns="274320" bIns="137160" rtlCol="0" anchor="b" anchorCtr="0">
            <a:noAutofit/>
          </a:bodyPr>
          <a:lstStyle>
            <a:lvl1pPr>
              <a:defRPr lang="ar-KW" sz="5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العظيم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9957561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78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بيان النص العظيم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752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710055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 flipH="1">
            <a:off x="8112492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3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4414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9443" y="0"/>
            <a:ext cx="416951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white">
          <a:xfrm flipH="1">
            <a:off x="5020044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5268686" y="512763"/>
            <a:ext cx="5887464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3229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811123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8432857" y="2681103"/>
            <a:ext cx="3027305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5663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6099977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988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13708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algn="r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6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2911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4372457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0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313187" y="1804650"/>
            <a:ext cx="6146973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2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07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 flipH="1">
            <a:off x="8103688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9082102" y="2764203"/>
            <a:ext cx="237805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842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 flipH="1" flipV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14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21480000" flipH="1">
            <a:off x="7356026" y="3402828"/>
            <a:ext cx="2694666" cy="346174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59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0080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5283" y="3395662"/>
            <a:ext cx="12985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03041" y="1785600"/>
            <a:ext cx="395712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 rtl="0">
              <a:defRPr lang="en-US" sz="4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55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14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 flipH="1">
            <a:off x="5946312" y="3416300"/>
            <a:ext cx="2694666" cy="34417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498505" y="1785600"/>
            <a:ext cx="396165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 rtl="0"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312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4158" y="3589606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entagon 8"/>
          <p:cNvSpPr/>
          <p:nvPr userDrawn="1"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851841" y="512763"/>
            <a:ext cx="4304309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lang="en-US" sz="3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9595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5068479" y="3407804"/>
            <a:ext cx="2694666" cy="3456551"/>
          </a:xfrm>
          <a:prstGeom prst="rect">
            <a:avLst/>
          </a:prstGeom>
        </p:spPr>
      </p:pic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884749" y="512763"/>
            <a:ext cx="4575412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9234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18391" y="3589606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5268687" y="512763"/>
            <a:ext cx="5887463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lang="en-US" sz="3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2043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2972756" y="3407804"/>
            <a:ext cx="2694666" cy="3456551"/>
          </a:xfrm>
          <a:prstGeom prst="rect">
            <a:avLst/>
          </a:prstGeom>
        </p:spPr>
      </p:pic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5303940" y="512763"/>
            <a:ext cx="615622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4" name="Right Triangle 13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3361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العظيم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4017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10630512" y="625475"/>
            <a:ext cx="932688" cy="932688"/>
          </a:xfrm>
          <a:prstGeom prst="rect">
            <a:avLst/>
          </a:prstGeom>
          <a:noFill/>
          <a:ln>
            <a:solidFill>
              <a:srgbClr val="2733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3826333"/>
            <a:ext cx="10933200" cy="1606550"/>
          </a:xfrm>
        </p:spPr>
        <p:txBody>
          <a:bodyPr anchor="b" anchorCtr="0"/>
          <a:lstStyle>
            <a:lvl1pPr algn="r">
              <a:defRPr lang="ar-KW" sz="5400" kern="1200" dirty="0" smtClean="0">
                <a:solidFill>
                  <a:srgbClr val="273370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5400"/>
            </a:lvl2pPr>
            <a:lvl3pPr>
              <a:defRPr sz="5400"/>
            </a:lvl3pPr>
            <a:lvl4pPr>
              <a:defRPr sz="5400"/>
            </a:lvl4pPr>
            <a:lvl5pPr>
              <a:defRPr sz="5400"/>
            </a:lvl5pPr>
          </a:lstStyle>
          <a:p>
            <a:pPr lvl="0"/>
            <a:r>
              <a:rPr lang="ar-KW"/>
              <a:t>بيان النص العظيم</a:t>
            </a:r>
          </a:p>
        </p:txBody>
      </p:sp>
    </p:spTree>
    <p:extLst>
      <p:ext uri="{BB962C8B-B14F-4D97-AF65-F5344CB8AC3E}">
        <p14:creationId xmlns:p14="http://schemas.microsoft.com/office/powerpoint/2010/main" val="970341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10968"/>
            <a:ext cx="769257" cy="10019821"/>
          </a:xfrm>
          <a:prstGeom prst="rect">
            <a:avLst/>
          </a:pr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1744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5" cy="909637"/>
          </a:xfrm>
        </p:spPr>
        <p:txBody>
          <a:bodyPr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6125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143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204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435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7"/>
          <p:cNvSpPr txBox="1">
            <a:spLocks/>
          </p:cNvSpPr>
          <p:nvPr userDrawn="1"/>
        </p:nvSpPr>
        <p:spPr>
          <a:xfrm>
            <a:off x="4796116" y="2431688"/>
            <a:ext cx="6700559" cy="199462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rkazi Text Medium" pitchFamily="2" charset="-78"/>
                <a:ea typeface="+mj-ea"/>
                <a:cs typeface="Markazi Text Medium" pitchFamily="2" charset="-78"/>
                <a:sym typeface="+mj-lt"/>
              </a:rPr>
              <a:t>شكرا لكم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4078941"/>
            <a:ext cx="4794997" cy="2779059"/>
            <a:chOff x="0" y="4078941"/>
            <a:chExt cx="4794997" cy="2779059"/>
          </a:xfrm>
        </p:grpSpPr>
        <p:sp>
          <p:nvSpPr>
            <p:cNvPr id="8" name="Isosceles Triangle 7"/>
            <p:cNvSpPr/>
            <p:nvPr userDrawn="1"/>
          </p:nvSpPr>
          <p:spPr>
            <a:xfrm flipH="1">
              <a:off x="0" y="4078941"/>
              <a:ext cx="4794997" cy="2779059"/>
            </a:xfrm>
            <a:prstGeom prst="triangle">
              <a:avLst>
                <a:gd name="adj" fmla="val 100000"/>
              </a:avLst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53" t="16096" r="6876" b="17094"/>
            <a:stretch/>
          </p:blipFill>
          <p:spPr>
            <a:xfrm>
              <a:off x="375399" y="5745173"/>
              <a:ext cx="1967751" cy="717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447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sp>
          <p:nvSpPr>
            <p:cNvPr id="193" name="Freeform 192"/>
            <p:cNvSpPr/>
            <p:nvPr/>
          </p:nvSpPr>
          <p:spPr>
            <a:xfrm>
              <a:off x="-300" y="0"/>
              <a:ext cx="12193200" cy="6858000"/>
            </a:xfrm>
            <a:custGeom>
              <a:avLst/>
              <a:gdLst>
                <a:gd name="connsiteX0" fmla="*/ 629400 w 12193200"/>
                <a:gd name="connsiteY0" fmla="*/ 487679 h 6858000"/>
                <a:gd name="connsiteX1" fmla="*/ 629400 w 12193200"/>
                <a:gd name="connsiteY1" fmla="*/ 774466 h 6858000"/>
                <a:gd name="connsiteX2" fmla="*/ 630001 w 12193200"/>
                <a:gd name="connsiteY2" fmla="*/ 774466 h 6858000"/>
                <a:gd name="connsiteX3" fmla="*/ 630001 w 12193200"/>
                <a:gd name="connsiteY3" fmla="*/ 5936631 h 6858000"/>
                <a:gd name="connsiteX4" fmla="*/ 11562000 w 12193200"/>
                <a:gd name="connsiteY4" fmla="*/ 5936631 h 6858000"/>
                <a:gd name="connsiteX5" fmla="*/ 11562000 w 12193200"/>
                <a:gd name="connsiteY5" fmla="*/ 622800 h 6858000"/>
                <a:gd name="connsiteX6" fmla="*/ 11561629 w 12193200"/>
                <a:gd name="connsiteY6" fmla="*/ 622800 h 6858000"/>
                <a:gd name="connsiteX7" fmla="*/ 11561629 w 12193200"/>
                <a:gd name="connsiteY7" fmla="*/ 487679 h 6858000"/>
                <a:gd name="connsiteX8" fmla="*/ 0 w 12193200"/>
                <a:gd name="connsiteY8" fmla="*/ 0 h 6858000"/>
                <a:gd name="connsiteX9" fmla="*/ 12193200 w 12193200"/>
                <a:gd name="connsiteY9" fmla="*/ 0 h 6858000"/>
                <a:gd name="connsiteX10" fmla="*/ 12193200 w 12193200"/>
                <a:gd name="connsiteY10" fmla="*/ 622800 h 6858000"/>
                <a:gd name="connsiteX11" fmla="*/ 12192000 w 12193200"/>
                <a:gd name="connsiteY11" fmla="*/ 622800 h 6858000"/>
                <a:gd name="connsiteX12" fmla="*/ 12192000 w 12193200"/>
                <a:gd name="connsiteY12" fmla="*/ 6160597 h 6858000"/>
                <a:gd name="connsiteX13" fmla="*/ 12193200 w 12193200"/>
                <a:gd name="connsiteY13" fmla="*/ 6160597 h 6858000"/>
                <a:gd name="connsiteX14" fmla="*/ 12193200 w 12193200"/>
                <a:gd name="connsiteY14" fmla="*/ 6858000 h 6858000"/>
                <a:gd name="connsiteX15" fmla="*/ 12192000 w 12193200"/>
                <a:gd name="connsiteY15" fmla="*/ 6858000 h 6858000"/>
                <a:gd name="connsiteX16" fmla="*/ 11562000 w 12193200"/>
                <a:gd name="connsiteY16" fmla="*/ 6858000 h 6858000"/>
                <a:gd name="connsiteX17" fmla="*/ 630001 w 12193200"/>
                <a:gd name="connsiteY17" fmla="*/ 6858000 h 6858000"/>
                <a:gd name="connsiteX18" fmla="*/ 1 w 12193200"/>
                <a:gd name="connsiteY18" fmla="*/ 6858000 h 6858000"/>
                <a:gd name="connsiteX19" fmla="*/ 1 w 12193200"/>
                <a:gd name="connsiteY19" fmla="*/ 6160597 h 6858000"/>
                <a:gd name="connsiteX20" fmla="*/ 1 w 12193200"/>
                <a:gd name="connsiteY20" fmla="*/ 622800 h 6858000"/>
                <a:gd name="connsiteX21" fmla="*/ 0 w 12193200"/>
                <a:gd name="connsiteY21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3200" h="6858000">
                  <a:moveTo>
                    <a:pt x="629400" y="487679"/>
                  </a:moveTo>
                  <a:lnTo>
                    <a:pt x="629400" y="774466"/>
                  </a:lnTo>
                  <a:lnTo>
                    <a:pt x="630001" y="774466"/>
                  </a:lnTo>
                  <a:lnTo>
                    <a:pt x="630001" y="5936631"/>
                  </a:lnTo>
                  <a:lnTo>
                    <a:pt x="11562000" y="5936631"/>
                  </a:lnTo>
                  <a:lnTo>
                    <a:pt x="11562000" y="622800"/>
                  </a:lnTo>
                  <a:lnTo>
                    <a:pt x="11561629" y="622800"/>
                  </a:lnTo>
                  <a:lnTo>
                    <a:pt x="11561629" y="487679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95" name="Footnote measure"/>
            <p:cNvSpPr>
              <a:spLocks noChangeArrowheads="1"/>
            </p:cNvSpPr>
            <p:nvPr/>
          </p:nvSpPr>
          <p:spPr bwMode="auto">
            <a:xfrm>
              <a:off x="695325" y="5936630"/>
              <a:ext cx="10764835" cy="623310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94" name="Slide edges"/>
            <p:cNvSpPr>
              <a:spLocks/>
            </p:cNvSpPr>
            <p:nvPr/>
          </p:nvSpPr>
          <p:spPr bwMode="auto">
            <a:xfrm>
              <a:off x="-900" y="1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cxnSp>
          <p:nvCxnSpPr>
            <p:cNvPr id="218" name="Straight Connector 217"/>
            <p:cNvCxnSpPr/>
            <p:nvPr/>
          </p:nvCxnSpPr>
          <p:spPr>
            <a:xfrm>
              <a:off x="-900" y="48767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>
              <a:off x="-900" y="7744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-900" y="1061254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-900" y="134859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-900" y="163482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-900" y="192161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-900" y="22084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>
              <a:off x="-900" y="249519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-900" y="27819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-900" y="30687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-900" y="335555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-900" y="364234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-900" y="392912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>
              <a:off x="-900" y="421591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-900" y="45027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>
              <a:off x="-900" y="4789490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-900" y="50762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>
              <a:off x="-900" y="536306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-900" y="5649852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>
              <a:off x="-900" y="593663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Rectangle 34"/>
            <p:cNvSpPr>
              <a:spLocks noChangeArrowheads="1"/>
            </p:cNvSpPr>
            <p:nvPr/>
          </p:nvSpPr>
          <p:spPr bwMode="auto">
            <a:xfrm>
              <a:off x="688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8" name="Rectangle 35"/>
            <p:cNvSpPr>
              <a:spLocks noChangeArrowheads="1"/>
            </p:cNvSpPr>
            <p:nvPr/>
          </p:nvSpPr>
          <p:spPr bwMode="auto">
            <a:xfrm>
              <a:off x="875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9" name="Rectangle 36"/>
            <p:cNvSpPr>
              <a:spLocks noChangeArrowheads="1"/>
            </p:cNvSpPr>
            <p:nvPr/>
          </p:nvSpPr>
          <p:spPr bwMode="auto">
            <a:xfrm>
              <a:off x="782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0" name="Rectangle 37"/>
            <p:cNvSpPr>
              <a:spLocks noChangeArrowheads="1"/>
            </p:cNvSpPr>
            <p:nvPr/>
          </p:nvSpPr>
          <p:spPr bwMode="auto">
            <a:xfrm>
              <a:off x="969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1" name="Rectangle 38"/>
            <p:cNvSpPr>
              <a:spLocks noChangeArrowheads="1"/>
            </p:cNvSpPr>
            <p:nvPr/>
          </p:nvSpPr>
          <p:spPr bwMode="auto">
            <a:xfrm>
              <a:off x="1062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2" name="Rectangle 39"/>
            <p:cNvSpPr>
              <a:spLocks noChangeArrowheads="1"/>
            </p:cNvSpPr>
            <p:nvPr/>
          </p:nvSpPr>
          <p:spPr bwMode="auto">
            <a:xfrm>
              <a:off x="595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3" name="Rectangle 40"/>
            <p:cNvSpPr>
              <a:spLocks noChangeArrowheads="1"/>
            </p:cNvSpPr>
            <p:nvPr/>
          </p:nvSpPr>
          <p:spPr bwMode="auto">
            <a:xfrm>
              <a:off x="127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4" name="Rectangle 41"/>
            <p:cNvSpPr>
              <a:spLocks noChangeArrowheads="1"/>
            </p:cNvSpPr>
            <p:nvPr/>
          </p:nvSpPr>
          <p:spPr bwMode="auto">
            <a:xfrm>
              <a:off x="221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5" name="Rectangle 42"/>
            <p:cNvSpPr>
              <a:spLocks noChangeArrowheads="1"/>
            </p:cNvSpPr>
            <p:nvPr/>
          </p:nvSpPr>
          <p:spPr bwMode="auto">
            <a:xfrm>
              <a:off x="314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6" name="Rectangle 43"/>
            <p:cNvSpPr>
              <a:spLocks noChangeArrowheads="1"/>
            </p:cNvSpPr>
            <p:nvPr/>
          </p:nvSpPr>
          <p:spPr bwMode="auto">
            <a:xfrm>
              <a:off x="408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17" name="Rectangle 44"/>
            <p:cNvSpPr>
              <a:spLocks noChangeArrowheads="1"/>
            </p:cNvSpPr>
            <p:nvPr/>
          </p:nvSpPr>
          <p:spPr bwMode="auto">
            <a:xfrm>
              <a:off x="501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98" name="Whitespace measure"/>
            <p:cNvSpPr>
              <a:spLocks noChangeArrowheads="1"/>
            </p:cNvSpPr>
            <p:nvPr/>
          </p:nvSpPr>
          <p:spPr bwMode="auto">
            <a:xfrm>
              <a:off x="695325" y="1348599"/>
              <a:ext cx="10764835" cy="573947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2" name="Rectangle 5"/>
            <p:cNvSpPr>
              <a:spLocks noChangeArrowheads="1"/>
            </p:cNvSpPr>
            <p:nvPr/>
          </p:nvSpPr>
          <p:spPr bwMode="auto">
            <a:xfrm>
              <a:off x="2911393" y="5755080"/>
              <a:ext cx="1900563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3" name="Rectangle 7"/>
            <p:cNvSpPr>
              <a:spLocks noChangeArrowheads="1"/>
            </p:cNvSpPr>
            <p:nvPr/>
          </p:nvSpPr>
          <p:spPr bwMode="auto">
            <a:xfrm>
              <a:off x="955357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4" name="Rectangle 9"/>
            <p:cNvSpPr>
              <a:spLocks noChangeArrowheads="1"/>
            </p:cNvSpPr>
            <p:nvPr/>
          </p:nvSpPr>
          <p:spPr bwMode="auto">
            <a:xfrm>
              <a:off x="733449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124450" y="5755080"/>
              <a:ext cx="1897551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6" name="Rectangle 13"/>
            <p:cNvSpPr>
              <a:spLocks noChangeArrowheads="1"/>
            </p:cNvSpPr>
            <p:nvPr/>
          </p:nvSpPr>
          <p:spPr bwMode="auto">
            <a:xfrm>
              <a:off x="695325" y="5755080"/>
              <a:ext cx="1903575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200" name="Live area"/>
            <p:cNvSpPr/>
            <p:nvPr/>
          </p:nvSpPr>
          <p:spPr>
            <a:xfrm>
              <a:off x="695325" y="1921238"/>
              <a:ext cx="10764835" cy="4015393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C0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47" name="ee4pFootnotes"/>
            <p:cNvSpPr>
              <a:spLocks noChangeArrowheads="1"/>
            </p:cNvSpPr>
            <p:nvPr userDrawn="1"/>
          </p:nvSpPr>
          <p:spPr bwMode="auto">
            <a:xfrm>
              <a:off x="2429248" y="6144442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1. xxxx 2. xxxx 2. xxxx</a:t>
              </a:r>
            </a:p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ملاحظة: سرد الحواشي بالترتيب العددي. أرقام الحاشية السفلية ليست بين قوسين. استخدام الخط 10pt. لا تضع فترة في نهاية الملاحظة أو المصدر</a:t>
              </a:r>
            </a:p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المصدر: قم بتضمين مصدر لكل مخطط تستخدمه. مصادر منفصلة بفاصلة منقوطة ؛ مصادر BCG ذات الصلة تذهب في النهاية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4414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SA" sz="4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4078941"/>
            <a:ext cx="4794997" cy="2779059"/>
            <a:chOff x="0" y="4078941"/>
            <a:chExt cx="4794997" cy="2779059"/>
          </a:xfrm>
        </p:grpSpPr>
        <p:sp>
          <p:nvSpPr>
            <p:cNvPr id="15" name="Isosceles Triangle 14"/>
            <p:cNvSpPr/>
            <p:nvPr userDrawn="1"/>
          </p:nvSpPr>
          <p:spPr>
            <a:xfrm flipH="1">
              <a:off x="0" y="4078941"/>
              <a:ext cx="4794997" cy="2779059"/>
            </a:xfrm>
            <a:prstGeom prst="triangle">
              <a:avLst>
                <a:gd name="adj" fmla="val 100000"/>
              </a:avLst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53" t="16096" r="6876" b="17094"/>
            <a:stretch/>
          </p:blipFill>
          <p:spPr>
            <a:xfrm>
              <a:off x="375399" y="5745173"/>
              <a:ext cx="1967751" cy="717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5110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522113" cy="679543"/>
          </a:xfr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72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r" rtl="1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11" name="Title 7"/>
          <p:cNvSpPr>
            <a:spLocks noGrp="1"/>
          </p:cNvSpPr>
          <p:nvPr>
            <p:ph type="title" hasCustomPrompt="1"/>
          </p:nvPr>
        </p:nvSpPr>
        <p:spPr>
          <a:xfrm>
            <a:off x="695324" y="512763"/>
            <a:ext cx="10558628" cy="679543"/>
          </a:xfr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09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 bwMode="white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7825847" y="2158987"/>
            <a:ext cx="3634314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KW"/>
              <a:t>عناوين فرعية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7825847" y="1227048"/>
            <a:ext cx="3634314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4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white">
          <a:xfrm>
            <a:off x="9953512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</p:spPr>
        <p:txBody>
          <a:bodyPr lIns="274320" tIns="274320" rIns="274320" bIns="137160" anchor="b" anchorCtr="0">
            <a:noAutofit/>
          </a:bodyPr>
          <a:lstStyle>
            <a:lvl1pPr>
              <a:defRPr sz="5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 القسم</a:t>
            </a:r>
          </a:p>
        </p:txBody>
      </p:sp>
    </p:spTree>
    <p:extLst>
      <p:ext uri="{BB962C8B-B14F-4D97-AF65-F5344CB8AC3E}">
        <p14:creationId xmlns:p14="http://schemas.microsoft.com/office/powerpoint/2010/main" val="756258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KW" sz="5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 القسم</a:t>
            </a: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0" y="3680016"/>
            <a:ext cx="11558587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429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695540" y="0"/>
            <a:ext cx="416951" cy="6858000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 bwMode="white">
          <a:xfrm>
            <a:off x="8112492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4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5513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3093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5020044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48958" y="512763"/>
            <a:ext cx="6004995" cy="679543"/>
          </a:xfrm>
          <a:prstGeom prst="rect">
            <a:avLst/>
          </a:prstGeom>
        </p:spPr>
        <p:txBody>
          <a:bodyPr/>
          <a:lstStyle>
            <a:lvl1pPr rtl="0"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6988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2740777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3157728" y="0"/>
            <a:ext cx="90342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3900" y="512763"/>
            <a:ext cx="7830052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1884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8111237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0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4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3325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6099977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7172339" y="1785600"/>
            <a:ext cx="4287822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93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4371975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-482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313187" y="1804650"/>
            <a:ext cx="6146974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8078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72940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4"/>
          <p:cNvSpPr/>
          <p:nvPr userDrawn="1"/>
        </p:nvSpPr>
        <p:spPr bwMode="ltGray">
          <a:xfrm flipH="1">
            <a:off x="8103688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60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5150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 flipH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21480000" flipH="1">
            <a:off x="7365600" y="3402828"/>
            <a:ext cx="2694666" cy="3461745"/>
          </a:xfrm>
          <a:prstGeom prst="rect">
            <a:avLst/>
          </a:prstGeom>
          <a:noFill/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60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740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6078" y="3382962"/>
            <a:ext cx="12985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7498504" y="1785600"/>
            <a:ext cx="396165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7538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 flipH="1">
            <a:off x="5950185" y="3416300"/>
            <a:ext cx="2694666" cy="3441700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7498504" y="1785600"/>
            <a:ext cx="396165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480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4158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entagon 8"/>
          <p:cNvSpPr/>
          <p:nvPr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77665" y="512763"/>
            <a:ext cx="4476286" cy="679543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3083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5071018" y="3407804"/>
            <a:ext cx="2694666" cy="345655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12917" y="512763"/>
            <a:ext cx="4647244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9141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12041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70991" y="512763"/>
            <a:ext cx="5982961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1620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2968770" y="3407804"/>
            <a:ext cx="2694666" cy="34565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06243" y="512763"/>
            <a:ext cx="6153918" cy="67954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9734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0856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العظيم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8283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ar-KW" sz="5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DIN Next LT Arabic Light" panose="020B0303020203050203" pitchFamily="34" charset="-78"/>
            </a:endParaRP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10630512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العظيم</a:t>
            </a:r>
          </a:p>
        </p:txBody>
      </p:sp>
    </p:spTree>
    <p:extLst>
      <p:ext uri="{BB962C8B-B14F-4D97-AF65-F5344CB8AC3E}">
        <p14:creationId xmlns:p14="http://schemas.microsoft.com/office/powerpoint/2010/main" val="3142086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10968"/>
            <a:ext cx="769257" cy="10019821"/>
          </a:xfrm>
          <a:prstGeom prst="rect">
            <a:avLst/>
          </a:pr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952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6483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75871" y="359436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2"/>
          <p:cNvSpPr/>
          <p:nvPr/>
        </p:nvSpPr>
        <p:spPr bwMode="ltGray">
          <a:xfrm flipH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 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738144" y="2577934"/>
            <a:ext cx="2722017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ar-KW" sz="5400" b="0" i="0" u="none" strike="noStrike" kern="1200" cap="none" spc="0" normalizeH="0" baseline="0" noProof="0">
                <a:ln>
                  <a:noFill/>
                </a:ln>
                <a:solidFill>
                  <a:srgbClr val="273370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المحتويات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8900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0090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743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9509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7"/>
          <p:cNvSpPr txBox="1">
            <a:spLocks/>
          </p:cNvSpPr>
          <p:nvPr userDrawn="1"/>
        </p:nvSpPr>
        <p:spPr>
          <a:xfrm>
            <a:off x="4796116" y="2431688"/>
            <a:ext cx="6700559" cy="199462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j-ea"/>
                <a:cs typeface="DIN Next LT Arabic Light"/>
                <a:sym typeface="+mj-lt"/>
              </a:rPr>
              <a:t>شكرا لكم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4078941"/>
            <a:ext cx="4794997" cy="2779059"/>
            <a:chOff x="0" y="4078941"/>
            <a:chExt cx="4794997" cy="2779059"/>
          </a:xfrm>
        </p:grpSpPr>
        <p:sp>
          <p:nvSpPr>
            <p:cNvPr id="8" name="Isosceles Triangle 7"/>
            <p:cNvSpPr/>
            <p:nvPr userDrawn="1"/>
          </p:nvSpPr>
          <p:spPr>
            <a:xfrm flipH="1">
              <a:off x="0" y="4078941"/>
              <a:ext cx="4794997" cy="2779059"/>
            </a:xfrm>
            <a:prstGeom prst="triangle">
              <a:avLst>
                <a:gd name="adj" fmla="val 100000"/>
              </a:avLst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53" t="16096" r="6876" b="17094"/>
            <a:stretch/>
          </p:blipFill>
          <p:spPr>
            <a:xfrm>
              <a:off x="375399" y="5745173"/>
              <a:ext cx="1967751" cy="717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5376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sp>
          <p:nvSpPr>
            <p:cNvPr id="48" name="Freeform 47"/>
            <p:cNvSpPr/>
            <p:nvPr/>
          </p:nvSpPr>
          <p:spPr>
            <a:xfrm>
              <a:off x="-300" y="0"/>
              <a:ext cx="12193200" cy="6858000"/>
            </a:xfrm>
            <a:custGeom>
              <a:avLst/>
              <a:gdLst>
                <a:gd name="connsiteX0" fmla="*/ 629400 w 12193200"/>
                <a:gd name="connsiteY0" fmla="*/ 487679 h 6858000"/>
                <a:gd name="connsiteX1" fmla="*/ 629400 w 12193200"/>
                <a:gd name="connsiteY1" fmla="*/ 774466 h 6858000"/>
                <a:gd name="connsiteX2" fmla="*/ 630001 w 12193200"/>
                <a:gd name="connsiteY2" fmla="*/ 774466 h 6858000"/>
                <a:gd name="connsiteX3" fmla="*/ 630001 w 12193200"/>
                <a:gd name="connsiteY3" fmla="*/ 5936631 h 6858000"/>
                <a:gd name="connsiteX4" fmla="*/ 11562000 w 12193200"/>
                <a:gd name="connsiteY4" fmla="*/ 5936631 h 6858000"/>
                <a:gd name="connsiteX5" fmla="*/ 11562000 w 12193200"/>
                <a:gd name="connsiteY5" fmla="*/ 622800 h 6858000"/>
                <a:gd name="connsiteX6" fmla="*/ 11561629 w 12193200"/>
                <a:gd name="connsiteY6" fmla="*/ 622800 h 6858000"/>
                <a:gd name="connsiteX7" fmla="*/ 11561629 w 12193200"/>
                <a:gd name="connsiteY7" fmla="*/ 487679 h 6858000"/>
                <a:gd name="connsiteX8" fmla="*/ 0 w 12193200"/>
                <a:gd name="connsiteY8" fmla="*/ 0 h 6858000"/>
                <a:gd name="connsiteX9" fmla="*/ 12193200 w 12193200"/>
                <a:gd name="connsiteY9" fmla="*/ 0 h 6858000"/>
                <a:gd name="connsiteX10" fmla="*/ 12193200 w 12193200"/>
                <a:gd name="connsiteY10" fmla="*/ 622800 h 6858000"/>
                <a:gd name="connsiteX11" fmla="*/ 12192000 w 12193200"/>
                <a:gd name="connsiteY11" fmla="*/ 622800 h 6858000"/>
                <a:gd name="connsiteX12" fmla="*/ 12192000 w 12193200"/>
                <a:gd name="connsiteY12" fmla="*/ 6160597 h 6858000"/>
                <a:gd name="connsiteX13" fmla="*/ 12193200 w 12193200"/>
                <a:gd name="connsiteY13" fmla="*/ 6160597 h 6858000"/>
                <a:gd name="connsiteX14" fmla="*/ 12193200 w 12193200"/>
                <a:gd name="connsiteY14" fmla="*/ 6858000 h 6858000"/>
                <a:gd name="connsiteX15" fmla="*/ 12192000 w 12193200"/>
                <a:gd name="connsiteY15" fmla="*/ 6858000 h 6858000"/>
                <a:gd name="connsiteX16" fmla="*/ 11562000 w 12193200"/>
                <a:gd name="connsiteY16" fmla="*/ 6858000 h 6858000"/>
                <a:gd name="connsiteX17" fmla="*/ 630001 w 12193200"/>
                <a:gd name="connsiteY17" fmla="*/ 6858000 h 6858000"/>
                <a:gd name="connsiteX18" fmla="*/ 1 w 12193200"/>
                <a:gd name="connsiteY18" fmla="*/ 6858000 h 6858000"/>
                <a:gd name="connsiteX19" fmla="*/ 1 w 12193200"/>
                <a:gd name="connsiteY19" fmla="*/ 6160597 h 6858000"/>
                <a:gd name="connsiteX20" fmla="*/ 1 w 12193200"/>
                <a:gd name="connsiteY20" fmla="*/ 622800 h 6858000"/>
                <a:gd name="connsiteX21" fmla="*/ 0 w 12193200"/>
                <a:gd name="connsiteY21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3200" h="6858000">
                  <a:moveTo>
                    <a:pt x="629400" y="487679"/>
                  </a:moveTo>
                  <a:lnTo>
                    <a:pt x="629400" y="774466"/>
                  </a:lnTo>
                  <a:lnTo>
                    <a:pt x="630001" y="774466"/>
                  </a:lnTo>
                  <a:lnTo>
                    <a:pt x="630001" y="5936631"/>
                  </a:lnTo>
                  <a:lnTo>
                    <a:pt x="11562000" y="5936631"/>
                  </a:lnTo>
                  <a:lnTo>
                    <a:pt x="11562000" y="622800"/>
                  </a:lnTo>
                  <a:lnTo>
                    <a:pt x="11561629" y="622800"/>
                  </a:lnTo>
                  <a:lnTo>
                    <a:pt x="11561629" y="487679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49" name="Footnote measure"/>
            <p:cNvSpPr>
              <a:spLocks noChangeArrowheads="1"/>
            </p:cNvSpPr>
            <p:nvPr/>
          </p:nvSpPr>
          <p:spPr bwMode="auto">
            <a:xfrm>
              <a:off x="695325" y="5936630"/>
              <a:ext cx="10764835" cy="623310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50" name="Slide edges"/>
            <p:cNvSpPr>
              <a:spLocks/>
            </p:cNvSpPr>
            <p:nvPr/>
          </p:nvSpPr>
          <p:spPr bwMode="auto">
            <a:xfrm>
              <a:off x="-900" y="1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-900" y="48767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-900" y="7744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-900" y="1061254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-900" y="134859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900" y="163482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-900" y="192161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-900" y="22084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-900" y="249519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-900" y="27819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-900" y="30687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-900" y="335555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-900" y="364234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-900" y="392912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-900" y="421591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-900" y="45027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-900" y="4789490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-900" y="50762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-900" y="536306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-900" y="5649852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900" y="593663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688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875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782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5" name="Rectangle 37"/>
            <p:cNvSpPr>
              <a:spLocks noChangeArrowheads="1"/>
            </p:cNvSpPr>
            <p:nvPr/>
          </p:nvSpPr>
          <p:spPr bwMode="auto">
            <a:xfrm>
              <a:off x="969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6" name="Rectangle 38"/>
            <p:cNvSpPr>
              <a:spLocks noChangeArrowheads="1"/>
            </p:cNvSpPr>
            <p:nvPr/>
          </p:nvSpPr>
          <p:spPr bwMode="auto">
            <a:xfrm>
              <a:off x="1062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595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8" name="Rectangle 40"/>
            <p:cNvSpPr>
              <a:spLocks noChangeArrowheads="1"/>
            </p:cNvSpPr>
            <p:nvPr/>
          </p:nvSpPr>
          <p:spPr bwMode="auto">
            <a:xfrm>
              <a:off x="127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221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314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1" name="Rectangle 43"/>
            <p:cNvSpPr>
              <a:spLocks noChangeArrowheads="1"/>
            </p:cNvSpPr>
            <p:nvPr/>
          </p:nvSpPr>
          <p:spPr bwMode="auto">
            <a:xfrm>
              <a:off x="408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2" name="Rectangle 44"/>
            <p:cNvSpPr>
              <a:spLocks noChangeArrowheads="1"/>
            </p:cNvSpPr>
            <p:nvPr/>
          </p:nvSpPr>
          <p:spPr bwMode="auto">
            <a:xfrm>
              <a:off x="501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3" name="Whitespace measure"/>
            <p:cNvSpPr>
              <a:spLocks noChangeArrowheads="1"/>
            </p:cNvSpPr>
            <p:nvPr/>
          </p:nvSpPr>
          <p:spPr bwMode="auto">
            <a:xfrm>
              <a:off x="695325" y="1348599"/>
              <a:ext cx="10764835" cy="573947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4" name="Rectangle 5"/>
            <p:cNvSpPr>
              <a:spLocks noChangeArrowheads="1"/>
            </p:cNvSpPr>
            <p:nvPr/>
          </p:nvSpPr>
          <p:spPr bwMode="auto">
            <a:xfrm>
              <a:off x="2911393" y="5755080"/>
              <a:ext cx="1900563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5" name="Rectangle 7"/>
            <p:cNvSpPr>
              <a:spLocks noChangeArrowheads="1"/>
            </p:cNvSpPr>
            <p:nvPr/>
          </p:nvSpPr>
          <p:spPr bwMode="auto">
            <a:xfrm>
              <a:off x="955357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6" name="Rectangle 9"/>
            <p:cNvSpPr>
              <a:spLocks noChangeArrowheads="1"/>
            </p:cNvSpPr>
            <p:nvPr/>
          </p:nvSpPr>
          <p:spPr bwMode="auto">
            <a:xfrm>
              <a:off x="733449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7" name="Rectangle 11"/>
            <p:cNvSpPr>
              <a:spLocks noChangeArrowheads="1"/>
            </p:cNvSpPr>
            <p:nvPr/>
          </p:nvSpPr>
          <p:spPr bwMode="auto">
            <a:xfrm>
              <a:off x="5124450" y="5755080"/>
              <a:ext cx="1897551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8" name="Rectangle 13"/>
            <p:cNvSpPr>
              <a:spLocks noChangeArrowheads="1"/>
            </p:cNvSpPr>
            <p:nvPr/>
          </p:nvSpPr>
          <p:spPr bwMode="auto">
            <a:xfrm>
              <a:off x="695325" y="5755080"/>
              <a:ext cx="1903575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89" name="Live area"/>
            <p:cNvSpPr/>
            <p:nvPr/>
          </p:nvSpPr>
          <p:spPr>
            <a:xfrm>
              <a:off x="695325" y="1921238"/>
              <a:ext cx="10764835" cy="4015393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C0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sp>
          <p:nvSpPr>
            <p:cNvPr id="90" name="ee4pFootnotes"/>
            <p:cNvSpPr>
              <a:spLocks noChangeArrowheads="1"/>
            </p:cNvSpPr>
            <p:nvPr userDrawn="1"/>
          </p:nvSpPr>
          <p:spPr bwMode="auto">
            <a:xfrm>
              <a:off x="2429248" y="6144442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1. xxxx 2. xxxx 2. xxxx</a:t>
              </a:r>
            </a:p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ملاحظة: سرد الحواشي بالترتيب العددي. أرقام الحاشية السفلية ليست بين قوسين. استخدام الخط 10pt. لا تضع فترة في نهاية الملاحظة أو المصدر</a:t>
              </a:r>
            </a:p>
            <a:p>
              <a:pPr marL="0" marR="0" lvl="0" indent="0" algn="r" defTabSz="914400" rtl="1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000" b="0" i="0" u="none" strike="noStrike" kern="1200" cap="none" spc="0" normalizeH="0" baseline="0" noProof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DIN Next LT Arabic Light"/>
                  <a:ea typeface="+mn-ea"/>
                  <a:cs typeface="DIN Next LT Arabic Light"/>
                  <a:sym typeface="+mn-lt"/>
                </a:rPr>
                <a:t>المصدر: قم بتضمين مصدر لكل مخطط تستخدمه. مصادر منفصلة بفاصلة منقوطة ؛ مصادر BCG ذات الصلة تذهب في النهاية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1915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727633" y="1115416"/>
            <a:ext cx="3252815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5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أعمال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4160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3547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j-ea"/>
                <a:cs typeface="DIN Next LT Arabic Light"/>
                <a:sym typeface="+mn-lt"/>
              </a:rPr>
              <a:t>جدول أعمال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671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935400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أعمال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799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6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rgbClr val="94A0DA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727633" y="1115416"/>
            <a:ext cx="3252815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5400" b="0" i="0" u="none" strike="noStrike" kern="1200" cap="none" spc="0" normalizeH="0" baseline="0" noProof="0">
                <a:ln>
                  <a:noFill/>
                </a:ln>
                <a:solidFill>
                  <a:srgbClr val="273370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أعمال</a:t>
            </a:r>
          </a:p>
        </p:txBody>
      </p:sp>
    </p:spTree>
    <p:extLst>
      <p:ext uri="{BB962C8B-B14F-4D97-AF65-F5344CB8AC3E}">
        <p14:creationId xmlns:p14="http://schemas.microsoft.com/office/powerpoint/2010/main" val="580071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5760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761299"/>
            <a:ext cx="7189998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>
                <a:ln>
                  <a:noFill/>
                </a:ln>
                <a:solidFill>
                  <a:srgbClr val="273370"/>
                </a:solidFill>
                <a:effectLst/>
                <a:uLnTx/>
                <a:uFillTx/>
                <a:latin typeface="DIN Next LT Arabic Light"/>
                <a:ea typeface="+mj-ea"/>
                <a:cs typeface="DIN Next LT Arabic Light"/>
                <a:sym typeface="+mn-lt"/>
              </a:rPr>
              <a:t>جدول أعمال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533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922700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أعمال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4565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9436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616919"/>
            <a:ext cx="2819400" cy="168379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ar-KW" sz="5400" b="0" i="0" u="none" strike="noStrike" kern="1200" cap="none" spc="0" normalizeH="0" baseline="0" noProof="0">
                <a:ln>
                  <a:noFill/>
                </a:ln>
                <a:solidFill>
                  <a:srgbClr val="273370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t>جدول المحتويات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4" name="Right Triangle 13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3880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1">
  <p:cSld name="Subtitl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699" y="213486"/>
            <a:ext cx="11472314" cy="123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48"/>
              </a:buClr>
              <a:buSzPts val="3600"/>
              <a:buFont typeface="Calibri"/>
              <a:buNone/>
              <a:defRPr sz="4400" b="0" i="0">
                <a:solidFill>
                  <a:srgbClr val="006C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9B782C2-F42B-4570-A2E2-F0D248BA8C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6710" y="6356350"/>
            <a:ext cx="37069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86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23">
          <p15:clr>
            <a:srgbClr val="FBAE40"/>
          </p15:clr>
        </p15:guide>
        <p15:guide id="3" pos="18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800725"/>
            <a:ext cx="1733550" cy="1057275"/>
          </a:xfrm>
          <a:custGeom>
            <a:avLst/>
            <a:gdLst/>
            <a:ahLst/>
            <a:cxnLst/>
            <a:rect l="l" t="t" r="r" b="b"/>
            <a:pathLst>
              <a:path w="1733550" h="1057275">
                <a:moveTo>
                  <a:pt x="0" y="0"/>
                </a:moveTo>
                <a:lnTo>
                  <a:pt x="0" y="1057274"/>
                </a:lnTo>
                <a:lnTo>
                  <a:pt x="1733550" y="10572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96" y="6303708"/>
            <a:ext cx="360464" cy="38468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2596" y="558291"/>
            <a:ext cx="381507" cy="835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43945" y="747648"/>
            <a:ext cx="638810" cy="449580"/>
          </a:xfrm>
          <a:custGeom>
            <a:avLst/>
            <a:gdLst/>
            <a:ahLst/>
            <a:cxnLst/>
            <a:rect l="l" t="t" r="r" b="b"/>
            <a:pathLst>
              <a:path w="638809" h="449580">
                <a:moveTo>
                  <a:pt x="63500" y="0"/>
                </a:moveTo>
                <a:lnTo>
                  <a:pt x="0" y="106552"/>
                </a:lnTo>
                <a:lnTo>
                  <a:pt x="575309" y="449072"/>
                </a:lnTo>
                <a:lnTo>
                  <a:pt x="638809" y="342518"/>
                </a:lnTo>
                <a:lnTo>
                  <a:pt x="63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27336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969"/>
                </a:solidFill>
                <a:latin typeface="Tahoma"/>
                <a:cs typeface="Tahoma"/>
              </a:defRPr>
            </a:lvl1pPr>
          </a:lstStyle>
          <a:p>
            <a:pPr marL="12700" marR="5080" algn="r">
              <a:lnSpc>
                <a:spcPct val="100000"/>
              </a:lnSpc>
              <a:spcBef>
                <a:spcPts val="384"/>
              </a:spcBef>
            </a:pPr>
            <a:r>
              <a:rPr spc="-175"/>
              <a:t>ءالكولا</a:t>
            </a:r>
            <a:r>
              <a:rPr spc="-65"/>
              <a:t> </a:t>
            </a:r>
            <a:r>
              <a:rPr spc="-275"/>
              <a:t>ىلإ</a:t>
            </a:r>
            <a:r>
              <a:rPr spc="-60"/>
              <a:t> </a:t>
            </a:r>
            <a:r>
              <a:rPr spc="-95"/>
              <a:t>رماوألا</a:t>
            </a:r>
            <a:r>
              <a:rPr spc="-65"/>
              <a:t> </a:t>
            </a:r>
            <a:r>
              <a:rPr spc="-195"/>
              <a:t>ةسدنه</a:t>
            </a:r>
            <a:r>
              <a:rPr spc="-75"/>
              <a:t> </a:t>
            </a:r>
            <a:r>
              <a:rPr spc="-100"/>
              <a:t>نم</a:t>
            </a:r>
            <a:r>
              <a:rPr spc="-75"/>
              <a:t> </a:t>
            </a:r>
            <a:r>
              <a:rPr spc="-340"/>
              <a:t>يديلوتلا</a:t>
            </a:r>
            <a:r>
              <a:rPr spc="-55"/>
              <a:t> </a:t>
            </a:r>
            <a:r>
              <a:rPr spc="-210"/>
              <a:t>يعانطصالا</a:t>
            </a:r>
            <a:r>
              <a:rPr spc="-75"/>
              <a:t> </a:t>
            </a:r>
            <a:r>
              <a:rPr spc="-150"/>
              <a:t>ءاكذلا</a:t>
            </a:r>
            <a:r>
              <a:rPr spc="-60"/>
              <a:t> </a:t>
            </a:r>
            <a:r>
              <a:rPr spc="-275"/>
              <a:t>جمانرب</a:t>
            </a:r>
          </a:p>
          <a:p>
            <a:pPr marL="2082800" marR="153670" algn="r">
              <a:lnSpc>
                <a:spcPct val="100000"/>
              </a:lnSpc>
              <a:spcBef>
                <a:spcPts val="985"/>
              </a:spcBef>
            </a:pPr>
            <a:r>
              <a:rPr spc="-25"/>
              <a:t>2025</a:t>
            </a:r>
            <a:r>
              <a:rPr spc="-95"/>
              <a:t> </a:t>
            </a:r>
            <a:r>
              <a:t>//</a:t>
            </a:r>
            <a:r>
              <a:rPr spc="-70"/>
              <a:t> </a:t>
            </a:r>
            <a:r>
              <a:rPr spc="-409"/>
              <a:t>ويلوي</a:t>
            </a:r>
            <a:r>
              <a:rPr spc="-40"/>
              <a:t> </a:t>
            </a:r>
            <a:r>
              <a:rPr spc="-25"/>
              <a:t>31</a:t>
            </a:r>
            <a:r>
              <a:rPr spc="-100"/>
              <a:t> </a:t>
            </a:r>
            <a:r>
              <a:rPr spc="-70"/>
              <a:t>–</a:t>
            </a:r>
            <a:r>
              <a:rPr spc="-75"/>
              <a:t> </a:t>
            </a:r>
            <a:r>
              <a:rPr spc="-420"/>
              <a:t>وينوي</a:t>
            </a:r>
            <a:r>
              <a:rPr spc="-40"/>
              <a:t> </a:t>
            </a:r>
            <a:r>
              <a:rPr spc="-25"/>
              <a:t>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6515818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8518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1118" y="4086278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C1D11-6E8E-8950-6AD2-54218C520A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27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55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  <p:sp>
        <p:nvSpPr>
          <p:cNvPr id="7" name="Isosceles Triangle 6"/>
          <p:cNvSpPr/>
          <p:nvPr userDrawn="1"/>
        </p:nvSpPr>
        <p:spPr>
          <a:xfrm rot="5400000" flipH="1">
            <a:off x="950343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321309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1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1" name="Freeform 300"/>
          <p:cNvSpPr>
            <a:spLocks/>
          </p:cNvSpPr>
          <p:nvPr userDrawn="1"/>
        </p:nvSpPr>
        <p:spPr bwMode="auto">
          <a:xfrm flipH="1">
            <a:off x="0" y="-1"/>
            <a:ext cx="9189814" cy="6858000"/>
          </a:xfrm>
          <a:custGeom>
            <a:avLst/>
            <a:gdLst>
              <a:gd name="connsiteX0" fmla="*/ 0 w 9189814"/>
              <a:gd name="connsiteY0" fmla="*/ 0 h 6858000"/>
              <a:gd name="connsiteX1" fmla="*/ 9189814 w 9189814"/>
              <a:gd name="connsiteY1" fmla="*/ 0 h 6858000"/>
              <a:gd name="connsiteX2" fmla="*/ 9189814 w 9189814"/>
              <a:gd name="connsiteY2" fmla="*/ 6858000 h 6858000"/>
              <a:gd name="connsiteX3" fmla="*/ 2191601 w 9189814"/>
              <a:gd name="connsiteY3" fmla="*/ 6858000 h 6858000"/>
              <a:gd name="connsiteX4" fmla="*/ 2550889 w 9189814"/>
              <a:gd name="connsiteY4" fmla="*/ 6643687 h 6858000"/>
              <a:gd name="connsiteX5" fmla="*/ 2548508 w 9189814"/>
              <a:gd name="connsiteY5" fmla="*/ 6207919 h 6858000"/>
              <a:gd name="connsiteX6" fmla="*/ 2181795 w 9189814"/>
              <a:gd name="connsiteY6" fmla="*/ 6003131 h 6858000"/>
              <a:gd name="connsiteX7" fmla="*/ 2922364 w 9189814"/>
              <a:gd name="connsiteY7" fmla="*/ 5572125 h 6858000"/>
              <a:gd name="connsiteX8" fmla="*/ 3303364 w 9189814"/>
              <a:gd name="connsiteY8" fmla="*/ 5788819 h 6858000"/>
              <a:gd name="connsiteX9" fmla="*/ 3670077 w 9189814"/>
              <a:gd name="connsiteY9" fmla="*/ 5557838 h 6858000"/>
              <a:gd name="connsiteX10" fmla="*/ 3660552 w 9189814"/>
              <a:gd name="connsiteY10" fmla="*/ 3855243 h 6858000"/>
              <a:gd name="connsiteX11" fmla="*/ 3293839 w 9189814"/>
              <a:gd name="connsiteY11" fmla="*/ 3633787 h 6858000"/>
              <a:gd name="connsiteX12" fmla="*/ 3286695 w 9189814"/>
              <a:gd name="connsiteY12" fmla="*/ 2783681 h 6858000"/>
              <a:gd name="connsiteX13" fmla="*/ 3662933 w 9189814"/>
              <a:gd name="connsiteY13" fmla="*/ 2571750 h 6858000"/>
              <a:gd name="connsiteX14" fmla="*/ 3658964 w 9189814"/>
              <a:gd name="connsiteY14" fmla="*/ 2143125 h 6858000"/>
              <a:gd name="connsiteX15" fmla="*/ 2563589 w 9189814"/>
              <a:gd name="connsiteY15" fmla="*/ 1485900 h 6858000"/>
              <a:gd name="connsiteX16" fmla="*/ 2195289 w 9189814"/>
              <a:gd name="connsiteY16" fmla="*/ 1708150 h 6858000"/>
              <a:gd name="connsiteX17" fmla="*/ 1820639 w 9189814"/>
              <a:gd name="connsiteY17" fmla="*/ 1479550 h 6858000"/>
              <a:gd name="connsiteX18" fmla="*/ 1817464 w 9189814"/>
              <a:gd name="connsiteY18" fmla="*/ 1057275 h 6858000"/>
              <a:gd name="connsiteX19" fmla="*/ 0 w 9189814"/>
              <a:gd name="connsiteY19" fmla="*/ 0 h 6858000"/>
              <a:gd name="connsiteX20" fmla="*/ 2925539 w 9189814"/>
              <a:gd name="connsiteY20" fmla="*/ 854076 h 6858000"/>
              <a:gd name="connsiteX21" fmla="*/ 2925539 w 9189814"/>
              <a:gd name="connsiteY21" fmla="*/ 1282701 h 6858000"/>
              <a:gd name="connsiteX22" fmla="*/ 3297014 w 9189814"/>
              <a:gd name="connsiteY22" fmla="*/ 1066801 h 6858000"/>
              <a:gd name="connsiteX23" fmla="*/ 2925539 w 9189814"/>
              <a:gd name="connsiteY23" fmla="*/ 854076 h 6858000"/>
              <a:gd name="connsiteX24" fmla="*/ 4033613 w 9189814"/>
              <a:gd name="connsiteY24" fmla="*/ 1925636 h 6858000"/>
              <a:gd name="connsiteX25" fmla="*/ 4033613 w 9189814"/>
              <a:gd name="connsiteY25" fmla="*/ 2784474 h 6858000"/>
              <a:gd name="connsiteX26" fmla="*/ 4405088 w 9189814"/>
              <a:gd name="connsiteY26" fmla="*/ 2571749 h 6858000"/>
              <a:gd name="connsiteX27" fmla="*/ 4405088 w 9189814"/>
              <a:gd name="connsiteY27" fmla="*/ 2138361 h 6858000"/>
              <a:gd name="connsiteX28" fmla="*/ 4033613 w 9189814"/>
              <a:gd name="connsiteY28" fmla="*/ 1925636 h 6858000"/>
              <a:gd name="connsiteX29" fmla="*/ 3668489 w 9189814"/>
              <a:gd name="connsiteY29" fmla="*/ 2997200 h 6858000"/>
              <a:gd name="connsiteX30" fmla="*/ 3668489 w 9189814"/>
              <a:gd name="connsiteY30" fmla="*/ 3425825 h 6858000"/>
              <a:gd name="connsiteX31" fmla="*/ 4039964 w 9189814"/>
              <a:gd name="connsiteY31" fmla="*/ 3209925 h 6858000"/>
              <a:gd name="connsiteX32" fmla="*/ 3668489 w 9189814"/>
              <a:gd name="connsiteY32" fmla="*/ 29972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189814" h="6858000">
                <a:moveTo>
                  <a:pt x="0" y="0"/>
                </a:moveTo>
                <a:lnTo>
                  <a:pt x="9189814" y="0"/>
                </a:lnTo>
                <a:lnTo>
                  <a:pt x="9189814" y="6858000"/>
                </a:lnTo>
                <a:lnTo>
                  <a:pt x="2191601" y="6858000"/>
                </a:lnTo>
                <a:lnTo>
                  <a:pt x="2550889" y="6643687"/>
                </a:lnTo>
                <a:cubicBezTo>
                  <a:pt x="2550095" y="6493668"/>
                  <a:pt x="2549302" y="6357938"/>
                  <a:pt x="2548508" y="6207919"/>
                </a:cubicBezTo>
                <a:lnTo>
                  <a:pt x="2181795" y="6003131"/>
                </a:lnTo>
                <a:lnTo>
                  <a:pt x="2922364" y="5572125"/>
                </a:lnTo>
                <a:lnTo>
                  <a:pt x="3303364" y="5788819"/>
                </a:lnTo>
                <a:lnTo>
                  <a:pt x="3670077" y="5557838"/>
                </a:lnTo>
                <a:cubicBezTo>
                  <a:pt x="3669283" y="4988719"/>
                  <a:pt x="3661346" y="4424362"/>
                  <a:pt x="3660552" y="3855243"/>
                </a:cubicBezTo>
                <a:lnTo>
                  <a:pt x="3293839" y="3633787"/>
                </a:lnTo>
                <a:cubicBezTo>
                  <a:pt x="3291458" y="3350418"/>
                  <a:pt x="3289076" y="3067050"/>
                  <a:pt x="3286695" y="2783681"/>
                </a:cubicBezTo>
                <a:lnTo>
                  <a:pt x="3662933" y="2571750"/>
                </a:lnTo>
                <a:lnTo>
                  <a:pt x="3658964" y="2143125"/>
                </a:lnTo>
                <a:lnTo>
                  <a:pt x="2563589" y="1485900"/>
                </a:lnTo>
                <a:lnTo>
                  <a:pt x="2195289" y="1708150"/>
                </a:lnTo>
                <a:lnTo>
                  <a:pt x="1820639" y="1479550"/>
                </a:lnTo>
                <a:cubicBezTo>
                  <a:pt x="1819581" y="1336675"/>
                  <a:pt x="1818522" y="1200150"/>
                  <a:pt x="1817464" y="1057275"/>
                </a:cubicBezTo>
                <a:lnTo>
                  <a:pt x="0" y="0"/>
                </a:lnTo>
                <a:close/>
                <a:moveTo>
                  <a:pt x="2925539" y="854076"/>
                </a:moveTo>
                <a:lnTo>
                  <a:pt x="2925539" y="1282701"/>
                </a:lnTo>
                <a:lnTo>
                  <a:pt x="3297014" y="1066801"/>
                </a:lnTo>
                <a:lnTo>
                  <a:pt x="2925539" y="854076"/>
                </a:lnTo>
                <a:close/>
                <a:moveTo>
                  <a:pt x="4033613" y="1925636"/>
                </a:moveTo>
                <a:lnTo>
                  <a:pt x="4033613" y="2784474"/>
                </a:lnTo>
                <a:lnTo>
                  <a:pt x="4405088" y="2571749"/>
                </a:lnTo>
                <a:lnTo>
                  <a:pt x="4405088" y="2138361"/>
                </a:lnTo>
                <a:lnTo>
                  <a:pt x="4033613" y="1925636"/>
                </a:lnTo>
                <a:close/>
                <a:moveTo>
                  <a:pt x="3668489" y="2997200"/>
                </a:moveTo>
                <a:lnTo>
                  <a:pt x="3668489" y="3425825"/>
                </a:lnTo>
                <a:lnTo>
                  <a:pt x="4039964" y="3209925"/>
                </a:lnTo>
                <a:lnTo>
                  <a:pt x="3668489" y="29972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2" name="Picture Placeholder 281"/>
          <p:cNvSpPr>
            <a:spLocks noGrp="1"/>
          </p:cNvSpPr>
          <p:nvPr>
            <p:ph type="pic" sz="quarter" idx="11"/>
          </p:nvPr>
        </p:nvSpPr>
        <p:spPr>
          <a:xfrm>
            <a:off x="4784727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86336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 algn="l" rtl="1"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786336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 algn="l" rtl="1"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283" name="Freeform 53"/>
          <p:cNvSpPr>
            <a:spLocks/>
          </p:cNvSpPr>
          <p:nvPr userDrawn="1"/>
        </p:nvSpPr>
        <p:spPr bwMode="auto">
          <a:xfrm flipH="1">
            <a:off x="8483600" y="638969"/>
            <a:ext cx="371475" cy="858838"/>
          </a:xfrm>
          <a:custGeom>
            <a:avLst/>
            <a:gdLst>
              <a:gd name="T0" fmla="*/ 0 w 234"/>
              <a:gd name="T1" fmla="*/ 0 h 541"/>
              <a:gd name="T2" fmla="*/ 0 w 234"/>
              <a:gd name="T3" fmla="*/ 541 h 541"/>
              <a:gd name="T4" fmla="*/ 234 w 234"/>
              <a:gd name="T5" fmla="*/ 407 h 541"/>
              <a:gd name="T6" fmla="*/ 234 w 234"/>
              <a:gd name="T7" fmla="*/ 134 h 541"/>
              <a:gd name="T8" fmla="*/ 0 w 234"/>
              <a:gd name="T9" fmla="*/ 0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1">
                <a:moveTo>
                  <a:pt x="0" y="0"/>
                </a:moveTo>
                <a:lnTo>
                  <a:pt x="0" y="541"/>
                </a:lnTo>
                <a:lnTo>
                  <a:pt x="234" y="407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65A2E0"/>
              </a:gs>
              <a:gs pos="0">
                <a:srgbClr val="65BBF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4" name="Freeform 54"/>
          <p:cNvSpPr>
            <a:spLocks/>
          </p:cNvSpPr>
          <p:nvPr userDrawn="1"/>
        </p:nvSpPr>
        <p:spPr bwMode="auto">
          <a:xfrm flipH="1">
            <a:off x="4787900" y="4496594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7867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5" name="Freeform 55"/>
          <p:cNvSpPr>
            <a:spLocks/>
          </p:cNvSpPr>
          <p:nvPr userDrawn="1"/>
        </p:nvSpPr>
        <p:spPr bwMode="auto">
          <a:xfrm flipH="1">
            <a:off x="7000875" y="5996782"/>
            <a:ext cx="742950" cy="641350"/>
          </a:xfrm>
          <a:custGeom>
            <a:avLst/>
            <a:gdLst>
              <a:gd name="T0" fmla="*/ 466 w 468"/>
              <a:gd name="T1" fmla="*/ 0 h 404"/>
              <a:gd name="T2" fmla="*/ 0 w 468"/>
              <a:gd name="T3" fmla="*/ 272 h 404"/>
              <a:gd name="T4" fmla="*/ 234 w 468"/>
              <a:gd name="T5" fmla="*/ 404 h 404"/>
              <a:gd name="T6" fmla="*/ 468 w 468"/>
              <a:gd name="T7" fmla="*/ 268 h 404"/>
              <a:gd name="T8" fmla="*/ 466 w 468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4">
                <a:moveTo>
                  <a:pt x="466" y="0"/>
                </a:moveTo>
                <a:lnTo>
                  <a:pt x="0" y="272"/>
                </a:lnTo>
                <a:lnTo>
                  <a:pt x="234" y="404"/>
                </a:lnTo>
                <a:lnTo>
                  <a:pt x="468" y="268"/>
                </a:lnTo>
                <a:lnTo>
                  <a:pt x="466" y="0"/>
                </a:lnTo>
                <a:close/>
              </a:path>
            </a:pathLst>
          </a:custGeom>
          <a:gradFill>
            <a:gsLst>
              <a:gs pos="100000">
                <a:srgbClr val="332D50"/>
              </a:gs>
              <a:gs pos="0">
                <a:srgbClr val="5B384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6" name="Freeform 56"/>
          <p:cNvSpPr>
            <a:spLocks/>
          </p:cNvSpPr>
          <p:nvPr userDrawn="1"/>
        </p:nvSpPr>
        <p:spPr bwMode="auto">
          <a:xfrm flipH="1">
            <a:off x="7743825" y="1069182"/>
            <a:ext cx="371475" cy="428625"/>
          </a:xfrm>
          <a:custGeom>
            <a:avLst/>
            <a:gdLst>
              <a:gd name="T0" fmla="*/ 0 w 234"/>
              <a:gd name="T1" fmla="*/ 0 h 270"/>
              <a:gd name="T2" fmla="*/ 0 w 234"/>
              <a:gd name="T3" fmla="*/ 270 h 270"/>
              <a:gd name="T4" fmla="*/ 234 w 234"/>
              <a:gd name="T5" fmla="*/ 134 h 270"/>
              <a:gd name="T6" fmla="*/ 0 w 234"/>
              <a:gd name="T7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0"/>
                </a:moveTo>
                <a:lnTo>
                  <a:pt x="0" y="270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FEA659"/>
              </a:gs>
              <a:gs pos="0">
                <a:srgbClr val="FEA6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7" name="Freeform 57"/>
          <p:cNvSpPr>
            <a:spLocks/>
          </p:cNvSpPr>
          <p:nvPr userDrawn="1"/>
        </p:nvSpPr>
        <p:spPr bwMode="auto">
          <a:xfrm flipH="1">
            <a:off x="7375525" y="1926432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52BC5D"/>
              </a:gs>
              <a:gs pos="0">
                <a:srgbClr val="5BBA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8" name="Freeform 58"/>
          <p:cNvSpPr>
            <a:spLocks/>
          </p:cNvSpPr>
          <p:nvPr userDrawn="1"/>
        </p:nvSpPr>
        <p:spPr bwMode="auto">
          <a:xfrm flipH="1">
            <a:off x="7007225" y="34266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ED6136"/>
              </a:gs>
              <a:gs pos="0">
                <a:srgbClr val="FF683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9" name="Freeform 59"/>
          <p:cNvSpPr>
            <a:spLocks/>
          </p:cNvSpPr>
          <p:nvPr userDrawn="1"/>
        </p:nvSpPr>
        <p:spPr bwMode="auto">
          <a:xfrm flipH="1">
            <a:off x="6635750" y="3855244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CE583A"/>
              </a:gs>
              <a:gs pos="0">
                <a:srgbClr val="E8603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0" name="Freeform 60"/>
          <p:cNvSpPr>
            <a:spLocks/>
          </p:cNvSpPr>
          <p:nvPr userDrawn="1"/>
        </p:nvSpPr>
        <p:spPr bwMode="auto">
          <a:xfrm flipH="1">
            <a:off x="7375525" y="3852069"/>
            <a:ext cx="371475" cy="431800"/>
          </a:xfrm>
          <a:custGeom>
            <a:avLst/>
            <a:gdLst>
              <a:gd name="T0" fmla="*/ 234 w 234"/>
              <a:gd name="T1" fmla="*/ 138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8"/>
                </a:moveTo>
                <a:lnTo>
                  <a:pt x="0" y="272"/>
                </a:lnTo>
                <a:lnTo>
                  <a:pt x="0" y="0"/>
                </a:lnTo>
                <a:lnTo>
                  <a:pt x="234" y="138"/>
                </a:lnTo>
                <a:close/>
              </a:path>
            </a:pathLst>
          </a:custGeom>
          <a:gradFill>
            <a:gsLst>
              <a:gs pos="100000">
                <a:srgbClr val="159076"/>
              </a:gs>
              <a:gs pos="0">
                <a:srgbClr val="139E78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1" name="Freeform 61"/>
          <p:cNvSpPr>
            <a:spLocks/>
          </p:cNvSpPr>
          <p:nvPr userDrawn="1"/>
        </p:nvSpPr>
        <p:spPr bwMode="auto">
          <a:xfrm flipH="1">
            <a:off x="6267450" y="4925219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474582"/>
              </a:gs>
              <a:gs pos="0">
                <a:srgbClr val="47448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2" name="Freeform 62"/>
          <p:cNvSpPr>
            <a:spLocks/>
          </p:cNvSpPr>
          <p:nvPr userDrawn="1"/>
        </p:nvSpPr>
        <p:spPr bwMode="auto">
          <a:xfrm flipH="1">
            <a:off x="5159375" y="3639344"/>
            <a:ext cx="368300" cy="431800"/>
          </a:xfrm>
          <a:custGeom>
            <a:avLst/>
            <a:gdLst>
              <a:gd name="T0" fmla="*/ 0 w 232"/>
              <a:gd name="T1" fmla="*/ 136 h 272"/>
              <a:gd name="T2" fmla="*/ 232 w 232"/>
              <a:gd name="T3" fmla="*/ 272 h 272"/>
              <a:gd name="T4" fmla="*/ 232 w 232"/>
              <a:gd name="T5" fmla="*/ 0 h 272"/>
              <a:gd name="T6" fmla="*/ 0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0" y="136"/>
                </a:moveTo>
                <a:lnTo>
                  <a:pt x="232" y="272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85199"/>
              </a:gs>
              <a:gs pos="0">
                <a:srgbClr val="5F56A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3" name="Freeform 63"/>
          <p:cNvSpPr>
            <a:spLocks/>
          </p:cNvSpPr>
          <p:nvPr userDrawn="1"/>
        </p:nvSpPr>
        <p:spPr bwMode="auto">
          <a:xfrm flipH="1">
            <a:off x="5895975" y="5996782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3346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4" name="Freeform 64"/>
          <p:cNvSpPr>
            <a:spLocks/>
          </p:cNvSpPr>
          <p:nvPr userDrawn="1"/>
        </p:nvSpPr>
        <p:spPr bwMode="auto">
          <a:xfrm flipH="1">
            <a:off x="5159375" y="6425407"/>
            <a:ext cx="368300" cy="431800"/>
          </a:xfrm>
          <a:custGeom>
            <a:avLst/>
            <a:gdLst>
              <a:gd name="T0" fmla="*/ 232 w 232"/>
              <a:gd name="T1" fmla="*/ 136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6"/>
                </a:moveTo>
                <a:lnTo>
                  <a:pt x="0" y="272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52D67"/>
              </a:gs>
              <a:gs pos="0">
                <a:srgbClr val="253F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5" name="Freeform 65"/>
          <p:cNvSpPr>
            <a:spLocks/>
          </p:cNvSpPr>
          <p:nvPr userDrawn="1"/>
        </p:nvSpPr>
        <p:spPr bwMode="auto">
          <a:xfrm flipH="1">
            <a:off x="5159375" y="5780882"/>
            <a:ext cx="368300" cy="428625"/>
          </a:xfrm>
          <a:custGeom>
            <a:avLst/>
            <a:gdLst>
              <a:gd name="T0" fmla="*/ 0 w 232"/>
              <a:gd name="T1" fmla="*/ 136 h 270"/>
              <a:gd name="T2" fmla="*/ 232 w 232"/>
              <a:gd name="T3" fmla="*/ 270 h 270"/>
              <a:gd name="T4" fmla="*/ 232 w 232"/>
              <a:gd name="T5" fmla="*/ 0 h 270"/>
              <a:gd name="T6" fmla="*/ 0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6"/>
                </a:moveTo>
                <a:lnTo>
                  <a:pt x="232" y="270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0354C"/>
              </a:gs>
              <a:gs pos="0">
                <a:srgbClr val="61323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6" name="Freeform 66"/>
          <p:cNvSpPr>
            <a:spLocks/>
          </p:cNvSpPr>
          <p:nvPr userDrawn="1"/>
        </p:nvSpPr>
        <p:spPr bwMode="auto">
          <a:xfrm flipH="1">
            <a:off x="5899150" y="2139157"/>
            <a:ext cx="736600" cy="431800"/>
          </a:xfrm>
          <a:custGeom>
            <a:avLst/>
            <a:gdLst>
              <a:gd name="T0" fmla="*/ 464 w 464"/>
              <a:gd name="T1" fmla="*/ 136 h 272"/>
              <a:gd name="T2" fmla="*/ 232 w 464"/>
              <a:gd name="T3" fmla="*/ 272 h 272"/>
              <a:gd name="T4" fmla="*/ 0 w 464"/>
              <a:gd name="T5" fmla="*/ 136 h 272"/>
              <a:gd name="T6" fmla="*/ 232 w 464"/>
              <a:gd name="T7" fmla="*/ 0 h 272"/>
              <a:gd name="T8" fmla="*/ 464 w 464"/>
              <a:gd name="T9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4" h="272">
                <a:moveTo>
                  <a:pt x="464" y="136"/>
                </a:moveTo>
                <a:lnTo>
                  <a:pt x="232" y="272"/>
                </a:lnTo>
                <a:lnTo>
                  <a:pt x="0" y="136"/>
                </a:lnTo>
                <a:lnTo>
                  <a:pt x="232" y="0"/>
                </a:lnTo>
                <a:lnTo>
                  <a:pt x="464" y="136"/>
                </a:lnTo>
                <a:close/>
              </a:path>
            </a:pathLst>
          </a:custGeom>
          <a:gradFill>
            <a:gsLst>
              <a:gs pos="100000">
                <a:srgbClr val="637AC0"/>
              </a:gs>
              <a:gs pos="0">
                <a:srgbClr val="6487C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7" name="Freeform 67"/>
          <p:cNvSpPr>
            <a:spLocks/>
          </p:cNvSpPr>
          <p:nvPr userDrawn="1"/>
        </p:nvSpPr>
        <p:spPr bwMode="auto">
          <a:xfrm flipH="1">
            <a:off x="8112125" y="5996782"/>
            <a:ext cx="742950" cy="857250"/>
          </a:xfrm>
          <a:custGeom>
            <a:avLst/>
            <a:gdLst>
              <a:gd name="T0" fmla="*/ 0 w 468"/>
              <a:gd name="T1" fmla="*/ 406 h 540"/>
              <a:gd name="T2" fmla="*/ 234 w 468"/>
              <a:gd name="T3" fmla="*/ 540 h 540"/>
              <a:gd name="T4" fmla="*/ 468 w 468"/>
              <a:gd name="T5" fmla="*/ 406 h 540"/>
              <a:gd name="T6" fmla="*/ 468 w 468"/>
              <a:gd name="T7" fmla="*/ 136 h 540"/>
              <a:gd name="T8" fmla="*/ 234 w 468"/>
              <a:gd name="T9" fmla="*/ 0 h 540"/>
              <a:gd name="T10" fmla="*/ 234 w 468"/>
              <a:gd name="T11" fmla="*/ 270 h 540"/>
              <a:gd name="T12" fmla="*/ 0 w 468"/>
              <a:gd name="T13" fmla="*/ 406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8" h="540">
                <a:moveTo>
                  <a:pt x="0" y="406"/>
                </a:moveTo>
                <a:lnTo>
                  <a:pt x="234" y="540"/>
                </a:lnTo>
                <a:lnTo>
                  <a:pt x="468" y="406"/>
                </a:lnTo>
                <a:lnTo>
                  <a:pt x="468" y="136"/>
                </a:lnTo>
                <a:lnTo>
                  <a:pt x="234" y="0"/>
                </a:lnTo>
                <a:lnTo>
                  <a:pt x="234" y="270"/>
                </a:lnTo>
                <a:lnTo>
                  <a:pt x="0" y="406"/>
                </a:lnTo>
                <a:close/>
              </a:path>
            </a:pathLst>
          </a:custGeom>
          <a:gradFill>
            <a:gsLst>
              <a:gs pos="100000">
                <a:srgbClr val="283069"/>
              </a:gs>
              <a:gs pos="0">
                <a:srgbClr val="224E6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8" name="Freeform 68"/>
          <p:cNvSpPr>
            <a:spLocks/>
          </p:cNvSpPr>
          <p:nvPr userDrawn="1"/>
        </p:nvSpPr>
        <p:spPr bwMode="auto">
          <a:xfrm flipH="1">
            <a:off x="7375525" y="2135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AC619"/>
              </a:gs>
              <a:gs pos="0">
                <a:srgbClr val="ADCA0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9" name="Freeform 69"/>
          <p:cNvSpPr>
            <a:spLocks/>
          </p:cNvSpPr>
          <p:nvPr userDrawn="1"/>
        </p:nvSpPr>
        <p:spPr bwMode="auto">
          <a:xfrm flipH="1">
            <a:off x="6635750" y="642144"/>
            <a:ext cx="374650" cy="639763"/>
          </a:xfrm>
          <a:custGeom>
            <a:avLst/>
            <a:gdLst>
              <a:gd name="T0" fmla="*/ 234 w 236"/>
              <a:gd name="T1" fmla="*/ 0 h 403"/>
              <a:gd name="T2" fmla="*/ 236 w 236"/>
              <a:gd name="T3" fmla="*/ 269 h 403"/>
              <a:gd name="T4" fmla="*/ 2 w 236"/>
              <a:gd name="T5" fmla="*/ 403 h 403"/>
              <a:gd name="T6" fmla="*/ 0 w 236"/>
              <a:gd name="T7" fmla="*/ 134 h 403"/>
              <a:gd name="T8" fmla="*/ 234 w 236"/>
              <a:gd name="T9" fmla="*/ 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3">
                <a:moveTo>
                  <a:pt x="234" y="0"/>
                </a:moveTo>
                <a:lnTo>
                  <a:pt x="236" y="269"/>
                </a:lnTo>
                <a:lnTo>
                  <a:pt x="2" y="403"/>
                </a:lnTo>
                <a:lnTo>
                  <a:pt x="0" y="134"/>
                </a:lnTo>
                <a:lnTo>
                  <a:pt x="234" y="0"/>
                </a:lnTo>
                <a:close/>
              </a:path>
            </a:pathLst>
          </a:custGeom>
          <a:gradFill>
            <a:gsLst>
              <a:gs pos="100000">
                <a:srgbClr val="FE9E3F"/>
              </a:gs>
              <a:gs pos="0">
                <a:srgbClr val="FDB049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20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32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 flipH="1"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solidFill>
                <a:srgbClr val="FFFFFF"/>
              </a:solidFill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8036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271637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21682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7172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8013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36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5400000" flipH="1">
            <a:off x="7287036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8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16200000" flipH="1">
            <a:off x="5078133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 flipH="1">
            <a:off x="11819934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 flipH="1">
            <a:off x="296660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9010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28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auto">
          <a:xfrm>
            <a:off x="0" y="0"/>
            <a:ext cx="9965762" cy="6858001"/>
          </a:xfrm>
          <a:custGeom>
            <a:avLst/>
            <a:gdLst>
              <a:gd name="connsiteX0" fmla="*/ 7385001 w 9965762"/>
              <a:gd name="connsiteY0" fmla="*/ 5774783 h 6858001"/>
              <a:gd name="connsiteX1" fmla="*/ 7016701 w 9965762"/>
              <a:gd name="connsiteY1" fmla="*/ 5993858 h 6858001"/>
              <a:gd name="connsiteX2" fmla="*/ 7385001 w 9965762"/>
              <a:gd name="connsiteY2" fmla="*/ 6206583 h 6858001"/>
              <a:gd name="connsiteX3" fmla="*/ 7381057 w 9965762"/>
              <a:gd name="connsiteY3" fmla="*/ 4067175 h 6858001"/>
              <a:gd name="connsiteX4" fmla="*/ 7009582 w 9965762"/>
              <a:gd name="connsiteY4" fmla="*/ 4279900 h 6858001"/>
              <a:gd name="connsiteX5" fmla="*/ 7012757 w 9965762"/>
              <a:gd name="connsiteY5" fmla="*/ 4708525 h 6858001"/>
              <a:gd name="connsiteX6" fmla="*/ 7384232 w 9965762"/>
              <a:gd name="connsiteY6" fmla="*/ 4495800 h 6858001"/>
              <a:gd name="connsiteX7" fmla="*/ 7386331 w 9965762"/>
              <a:gd name="connsiteY7" fmla="*/ 2781300 h 6858001"/>
              <a:gd name="connsiteX8" fmla="*/ 7386331 w 9965762"/>
              <a:gd name="connsiteY8" fmla="*/ 3209925 h 6858001"/>
              <a:gd name="connsiteX9" fmla="*/ 7754631 w 9965762"/>
              <a:gd name="connsiteY9" fmla="*/ 2997200 h 6858001"/>
              <a:gd name="connsiteX10" fmla="*/ 7751456 w 9965762"/>
              <a:gd name="connsiteY10" fmla="*/ 2143125 h 6858001"/>
              <a:gd name="connsiteX11" fmla="*/ 7383156 w 9965762"/>
              <a:gd name="connsiteY11" fmla="*/ 2359025 h 6858001"/>
              <a:gd name="connsiteX12" fmla="*/ 7751456 w 9965762"/>
              <a:gd name="connsiteY12" fmla="*/ 2571750 h 6858001"/>
              <a:gd name="connsiteX13" fmla="*/ 0 w 9965762"/>
              <a:gd name="connsiteY13" fmla="*/ 0 h 6858001"/>
              <a:gd name="connsiteX14" fmla="*/ 929970 w 9965762"/>
              <a:gd name="connsiteY14" fmla="*/ 0 h 6858001"/>
              <a:gd name="connsiteX15" fmla="*/ 2120900 w 9965762"/>
              <a:gd name="connsiteY15" fmla="*/ 0 h 6858001"/>
              <a:gd name="connsiteX16" fmla="*/ 8497581 w 9965762"/>
              <a:gd name="connsiteY16" fmla="*/ 0 h 6858001"/>
              <a:gd name="connsiteX17" fmla="*/ 8494406 w 9965762"/>
              <a:gd name="connsiteY17" fmla="*/ 428625 h 6858001"/>
              <a:gd name="connsiteX18" fmla="*/ 8865881 w 9965762"/>
              <a:gd name="connsiteY18" fmla="*/ 641350 h 6858001"/>
              <a:gd name="connsiteX19" fmla="*/ 8869056 w 9965762"/>
              <a:gd name="connsiteY19" fmla="*/ 212725 h 6858001"/>
              <a:gd name="connsiteX20" fmla="*/ 8497581 w 9965762"/>
              <a:gd name="connsiteY20" fmla="*/ 0 h 6858001"/>
              <a:gd name="connsiteX21" fmla="*/ 9965762 w 9965762"/>
              <a:gd name="connsiteY21" fmla="*/ 0 h 6858001"/>
              <a:gd name="connsiteX22" fmla="*/ 9239920 w 9965762"/>
              <a:gd name="connsiteY22" fmla="*/ 428860 h 6858001"/>
              <a:gd name="connsiteX23" fmla="*/ 9228507 w 9965762"/>
              <a:gd name="connsiteY23" fmla="*/ 1285122 h 6858001"/>
              <a:gd name="connsiteX24" fmla="*/ 8498502 w 9965762"/>
              <a:gd name="connsiteY24" fmla="*/ 1717306 h 6858001"/>
              <a:gd name="connsiteX25" fmla="*/ 8498030 w 9965762"/>
              <a:gd name="connsiteY25" fmla="*/ 2137585 h 6858001"/>
              <a:gd name="connsiteX26" fmla="*/ 8127804 w 9965762"/>
              <a:gd name="connsiteY26" fmla="*/ 2351048 h 6858001"/>
              <a:gd name="connsiteX27" fmla="*/ 8131128 w 9965762"/>
              <a:gd name="connsiteY27" fmla="*/ 3212071 h 6858001"/>
              <a:gd name="connsiteX28" fmla="*/ 8489447 w 9965762"/>
              <a:gd name="connsiteY28" fmla="*/ 3422681 h 6858001"/>
              <a:gd name="connsiteX29" fmla="*/ 8498502 w 9965762"/>
              <a:gd name="connsiteY29" fmla="*/ 3856304 h 6858001"/>
              <a:gd name="connsiteX30" fmla="*/ 8131129 w 9965762"/>
              <a:gd name="connsiteY30" fmla="*/ 4066445 h 6858001"/>
              <a:gd name="connsiteX31" fmla="*/ 8128748 w 9965762"/>
              <a:gd name="connsiteY31" fmla="*/ 4499572 h 6858001"/>
              <a:gd name="connsiteX32" fmla="*/ 9236593 w 9965762"/>
              <a:gd name="connsiteY32" fmla="*/ 5138078 h 6858001"/>
              <a:gd name="connsiteX33" fmla="*/ 9228507 w 9965762"/>
              <a:gd name="connsiteY33" fmla="*/ 5558356 h 6858001"/>
              <a:gd name="connsiteX34" fmla="*/ 8860639 w 9965762"/>
              <a:gd name="connsiteY34" fmla="*/ 5789456 h 6858001"/>
              <a:gd name="connsiteX35" fmla="*/ 8857787 w 9965762"/>
              <a:gd name="connsiteY35" fmla="*/ 6201624 h 6858001"/>
              <a:gd name="connsiteX36" fmla="*/ 8477541 w 9965762"/>
              <a:gd name="connsiteY36" fmla="*/ 6446067 h 6858001"/>
              <a:gd name="connsiteX37" fmla="*/ 8506551 w 9965762"/>
              <a:gd name="connsiteY37" fmla="*/ 6858001 h 6858001"/>
              <a:gd name="connsiteX38" fmla="*/ 2120900 w 9965762"/>
              <a:gd name="connsiteY38" fmla="*/ 6858001 h 6858001"/>
              <a:gd name="connsiteX39" fmla="*/ 929970 w 9965762"/>
              <a:gd name="connsiteY39" fmla="*/ 6858001 h 6858001"/>
              <a:gd name="connsiteX40" fmla="*/ 0 w 9965762"/>
              <a:gd name="connsiteY4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965762" h="6858001">
                <a:moveTo>
                  <a:pt x="7385001" y="5774783"/>
                </a:moveTo>
                <a:lnTo>
                  <a:pt x="7016701" y="5993858"/>
                </a:lnTo>
                <a:lnTo>
                  <a:pt x="7385001" y="6206583"/>
                </a:lnTo>
                <a:close/>
                <a:moveTo>
                  <a:pt x="7381057" y="4067175"/>
                </a:moveTo>
                <a:lnTo>
                  <a:pt x="7009582" y="4279900"/>
                </a:lnTo>
                <a:lnTo>
                  <a:pt x="7012757" y="4708525"/>
                </a:lnTo>
                <a:lnTo>
                  <a:pt x="7384232" y="4495800"/>
                </a:lnTo>
                <a:close/>
                <a:moveTo>
                  <a:pt x="7386331" y="2781300"/>
                </a:moveTo>
                <a:lnTo>
                  <a:pt x="7386331" y="3209925"/>
                </a:lnTo>
                <a:lnTo>
                  <a:pt x="7754631" y="2997200"/>
                </a:lnTo>
                <a:close/>
                <a:moveTo>
                  <a:pt x="7751456" y="2143125"/>
                </a:moveTo>
                <a:lnTo>
                  <a:pt x="7383156" y="2359025"/>
                </a:lnTo>
                <a:lnTo>
                  <a:pt x="7751456" y="2571750"/>
                </a:lnTo>
                <a:close/>
                <a:moveTo>
                  <a:pt x="0" y="0"/>
                </a:moveTo>
                <a:lnTo>
                  <a:pt x="929970" y="0"/>
                </a:lnTo>
                <a:lnTo>
                  <a:pt x="2120900" y="0"/>
                </a:lnTo>
                <a:lnTo>
                  <a:pt x="8497581" y="0"/>
                </a:lnTo>
                <a:lnTo>
                  <a:pt x="8494406" y="428625"/>
                </a:lnTo>
                <a:lnTo>
                  <a:pt x="8865881" y="641350"/>
                </a:lnTo>
                <a:lnTo>
                  <a:pt x="8869056" y="212725"/>
                </a:lnTo>
                <a:lnTo>
                  <a:pt x="8497581" y="0"/>
                </a:lnTo>
                <a:lnTo>
                  <a:pt x="9965762" y="0"/>
                </a:lnTo>
                <a:lnTo>
                  <a:pt x="9239920" y="428860"/>
                </a:lnTo>
                <a:cubicBezTo>
                  <a:pt x="9239291" y="426943"/>
                  <a:pt x="9226754" y="1296564"/>
                  <a:pt x="9228507" y="1285122"/>
                </a:cubicBezTo>
                <a:lnTo>
                  <a:pt x="8498502" y="1717306"/>
                </a:lnTo>
                <a:cubicBezTo>
                  <a:pt x="8497551" y="1866130"/>
                  <a:pt x="8498981" y="1988761"/>
                  <a:pt x="8498030" y="2137585"/>
                </a:cubicBezTo>
                <a:lnTo>
                  <a:pt x="8127804" y="2351048"/>
                </a:lnTo>
                <a:lnTo>
                  <a:pt x="8131128" y="3212071"/>
                </a:lnTo>
                <a:lnTo>
                  <a:pt x="8489447" y="3422681"/>
                </a:lnTo>
                <a:cubicBezTo>
                  <a:pt x="8488496" y="3570397"/>
                  <a:pt x="8499453" y="3708588"/>
                  <a:pt x="8498502" y="3856304"/>
                </a:cubicBezTo>
                <a:lnTo>
                  <a:pt x="8131129" y="4066445"/>
                </a:lnTo>
                <a:cubicBezTo>
                  <a:pt x="8131923" y="4210821"/>
                  <a:pt x="8127954" y="4355196"/>
                  <a:pt x="8128748" y="4499572"/>
                </a:cubicBezTo>
                <a:lnTo>
                  <a:pt x="9236593" y="5138078"/>
                </a:lnTo>
                <a:cubicBezTo>
                  <a:pt x="9234691" y="5278965"/>
                  <a:pt x="9230409" y="5417469"/>
                  <a:pt x="9228507" y="5558356"/>
                </a:cubicBezTo>
                <a:lnTo>
                  <a:pt x="8860639" y="5789456"/>
                </a:lnTo>
                <a:cubicBezTo>
                  <a:pt x="8859688" y="5926845"/>
                  <a:pt x="8858738" y="6064235"/>
                  <a:pt x="8857787" y="6201624"/>
                </a:cubicBezTo>
                <a:lnTo>
                  <a:pt x="8477541" y="6446067"/>
                </a:lnTo>
                <a:lnTo>
                  <a:pt x="8506551" y="6858001"/>
                </a:lnTo>
                <a:lnTo>
                  <a:pt x="2120900" y="6858001"/>
                </a:lnTo>
                <a:lnTo>
                  <a:pt x="929970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6858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 algn="r" rtl="1"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96858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4277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2"/>
          </p:nvPr>
        </p:nvSpPr>
        <p:spPr>
          <a:xfrm>
            <a:off x="700615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Freeform 30"/>
          <p:cNvSpPr>
            <a:spLocks/>
          </p:cNvSpPr>
          <p:nvPr userDrawn="1"/>
        </p:nvSpPr>
        <p:spPr bwMode="auto">
          <a:xfrm flipH="1">
            <a:off x="8859274" y="3425825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49E7C"/>
              </a:gs>
              <a:gs pos="0">
                <a:srgbClr val="1EAE7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4" name="Freeform 31"/>
          <p:cNvSpPr>
            <a:spLocks/>
          </p:cNvSpPr>
          <p:nvPr userDrawn="1"/>
        </p:nvSpPr>
        <p:spPr bwMode="auto">
          <a:xfrm flipH="1">
            <a:off x="7382899" y="3425825"/>
            <a:ext cx="742950" cy="644525"/>
          </a:xfrm>
          <a:custGeom>
            <a:avLst/>
            <a:gdLst>
              <a:gd name="T0" fmla="*/ 2 w 468"/>
              <a:gd name="T1" fmla="*/ 406 h 406"/>
              <a:gd name="T2" fmla="*/ 468 w 468"/>
              <a:gd name="T3" fmla="*/ 134 h 406"/>
              <a:gd name="T4" fmla="*/ 234 w 468"/>
              <a:gd name="T5" fmla="*/ 0 h 406"/>
              <a:gd name="T6" fmla="*/ 0 w 468"/>
              <a:gd name="T7" fmla="*/ 136 h 406"/>
              <a:gd name="T8" fmla="*/ 2 w 468"/>
              <a:gd name="T9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6">
                <a:moveTo>
                  <a:pt x="2" y="406"/>
                </a:moveTo>
                <a:lnTo>
                  <a:pt x="468" y="134"/>
                </a:lnTo>
                <a:lnTo>
                  <a:pt x="234" y="0"/>
                </a:lnTo>
                <a:lnTo>
                  <a:pt x="0" y="136"/>
                </a:lnTo>
                <a:lnTo>
                  <a:pt x="2" y="406"/>
                </a:lnTo>
                <a:close/>
              </a:path>
            </a:pathLst>
          </a:custGeom>
          <a:gradFill>
            <a:gsLst>
              <a:gs pos="100000">
                <a:srgbClr val="EE6134"/>
              </a:gs>
              <a:gs pos="0">
                <a:srgbClr val="FF6E3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5" name="Freeform 32"/>
          <p:cNvSpPr>
            <a:spLocks/>
          </p:cNvSpPr>
          <p:nvPr userDrawn="1"/>
        </p:nvSpPr>
        <p:spPr bwMode="auto">
          <a:xfrm flipH="1">
            <a:off x="9968937" y="406717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4E498C"/>
              </a:gs>
              <a:gs pos="0">
                <a:srgbClr val="544D9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6" name="Freeform 33"/>
          <p:cNvSpPr>
            <a:spLocks/>
          </p:cNvSpPr>
          <p:nvPr userDrawn="1"/>
        </p:nvSpPr>
        <p:spPr bwMode="auto">
          <a:xfrm flipH="1">
            <a:off x="9230750" y="4708525"/>
            <a:ext cx="366712" cy="431800"/>
          </a:xfrm>
          <a:custGeom>
            <a:avLst/>
            <a:gdLst>
              <a:gd name="T0" fmla="*/ 0 w 231"/>
              <a:gd name="T1" fmla="*/ 136 h 272"/>
              <a:gd name="T2" fmla="*/ 231 w 231"/>
              <a:gd name="T3" fmla="*/ 0 h 272"/>
              <a:gd name="T4" fmla="*/ 231 w 231"/>
              <a:gd name="T5" fmla="*/ 272 h 272"/>
              <a:gd name="T6" fmla="*/ 0 w 231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1" h="272">
                <a:moveTo>
                  <a:pt x="0" y="136"/>
                </a:moveTo>
                <a:lnTo>
                  <a:pt x="231" y="0"/>
                </a:lnTo>
                <a:lnTo>
                  <a:pt x="231" y="272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A64D40"/>
              </a:gs>
              <a:gs pos="0">
                <a:srgbClr val="BB533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7" name="Freeform 34"/>
          <p:cNvSpPr>
            <a:spLocks/>
          </p:cNvSpPr>
          <p:nvPr userDrawn="1"/>
        </p:nvSpPr>
        <p:spPr bwMode="auto">
          <a:xfrm flipH="1">
            <a:off x="7751199" y="1282700"/>
            <a:ext cx="371475" cy="428625"/>
          </a:xfrm>
          <a:custGeom>
            <a:avLst/>
            <a:gdLst>
              <a:gd name="T0" fmla="*/ 0 w 234"/>
              <a:gd name="T1" fmla="*/ 134 h 270"/>
              <a:gd name="T2" fmla="*/ 234 w 234"/>
              <a:gd name="T3" fmla="*/ 0 h 270"/>
              <a:gd name="T4" fmla="*/ 234 w 234"/>
              <a:gd name="T5" fmla="*/ 270 h 270"/>
              <a:gd name="T6" fmla="*/ 0 w 234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4"/>
                </a:moveTo>
                <a:lnTo>
                  <a:pt x="234" y="0"/>
                </a:lnTo>
                <a:lnTo>
                  <a:pt x="234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6CC65"/>
              </a:gs>
              <a:gs pos="0">
                <a:srgbClr val="87C22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8" name="Freeform 35"/>
          <p:cNvSpPr>
            <a:spLocks/>
          </p:cNvSpPr>
          <p:nvPr userDrawn="1"/>
        </p:nvSpPr>
        <p:spPr bwMode="auto">
          <a:xfrm flipH="1">
            <a:off x="8494149" y="1924050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FF9441"/>
              </a:gs>
              <a:gs pos="0">
                <a:srgbClr val="FE954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9" name="Freeform 36"/>
          <p:cNvSpPr>
            <a:spLocks/>
          </p:cNvSpPr>
          <p:nvPr userDrawn="1"/>
        </p:nvSpPr>
        <p:spPr bwMode="auto">
          <a:xfrm flipH="1">
            <a:off x="9597462" y="51371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1E6B74"/>
              </a:gs>
              <a:gs pos="0">
                <a:srgbClr val="1B737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0" name="Freeform 37"/>
          <p:cNvSpPr>
            <a:spLocks/>
          </p:cNvSpPr>
          <p:nvPr userDrawn="1"/>
        </p:nvSpPr>
        <p:spPr bwMode="auto">
          <a:xfrm flipH="1">
            <a:off x="7386074" y="4708525"/>
            <a:ext cx="368300" cy="431800"/>
          </a:xfrm>
          <a:custGeom>
            <a:avLst/>
            <a:gdLst>
              <a:gd name="T0" fmla="*/ 232 w 232"/>
              <a:gd name="T1" fmla="*/ 138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8"/>
                </a:moveTo>
                <a:lnTo>
                  <a:pt x="0" y="272"/>
                </a:lnTo>
                <a:lnTo>
                  <a:pt x="0" y="0"/>
                </a:lnTo>
                <a:lnTo>
                  <a:pt x="232" y="138"/>
                </a:lnTo>
                <a:close/>
              </a:path>
            </a:pathLst>
          </a:custGeom>
          <a:gradFill>
            <a:gsLst>
              <a:gs pos="100000">
                <a:srgbClr val="484484"/>
              </a:gs>
              <a:gs pos="0">
                <a:srgbClr val="4F498C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1" name="Freeform 38"/>
          <p:cNvSpPr>
            <a:spLocks/>
          </p:cNvSpPr>
          <p:nvPr userDrawn="1"/>
        </p:nvSpPr>
        <p:spPr bwMode="auto">
          <a:xfrm flipH="1">
            <a:off x="9597462" y="64198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353055"/>
              </a:gs>
              <a:gs pos="0">
                <a:srgbClr val="4832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2" name="Freeform 39"/>
          <p:cNvSpPr>
            <a:spLocks/>
          </p:cNvSpPr>
          <p:nvPr userDrawn="1"/>
        </p:nvSpPr>
        <p:spPr bwMode="auto">
          <a:xfrm flipH="1">
            <a:off x="7754374" y="620712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0326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3" name="Freeform 40"/>
          <p:cNvSpPr>
            <a:spLocks/>
          </p:cNvSpPr>
          <p:nvPr userDrawn="1"/>
        </p:nvSpPr>
        <p:spPr bwMode="auto">
          <a:xfrm flipH="1">
            <a:off x="7751199" y="5565775"/>
            <a:ext cx="371475" cy="428625"/>
          </a:xfrm>
          <a:custGeom>
            <a:avLst/>
            <a:gdLst>
              <a:gd name="T0" fmla="*/ 0 w 234"/>
              <a:gd name="T1" fmla="*/ 136 h 270"/>
              <a:gd name="T2" fmla="*/ 234 w 234"/>
              <a:gd name="T3" fmla="*/ 270 h 270"/>
              <a:gd name="T4" fmla="*/ 234 w 234"/>
              <a:gd name="T5" fmla="*/ 0 h 270"/>
              <a:gd name="T6" fmla="*/ 0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6"/>
                </a:moveTo>
                <a:lnTo>
                  <a:pt x="234" y="270"/>
                </a:lnTo>
                <a:lnTo>
                  <a:pt x="234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7C535D"/>
              </a:gs>
              <a:gs pos="0">
                <a:srgbClr val="82434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4" name="Freeform 41"/>
          <p:cNvSpPr>
            <a:spLocks/>
          </p:cNvSpPr>
          <p:nvPr userDrawn="1"/>
        </p:nvSpPr>
        <p:spPr bwMode="auto">
          <a:xfrm flipH="1">
            <a:off x="8862449" y="5994400"/>
            <a:ext cx="374650" cy="641350"/>
          </a:xfrm>
          <a:custGeom>
            <a:avLst/>
            <a:gdLst>
              <a:gd name="T0" fmla="*/ 2 w 236"/>
              <a:gd name="T1" fmla="*/ 0 h 404"/>
              <a:gd name="T2" fmla="*/ 0 w 236"/>
              <a:gd name="T3" fmla="*/ 270 h 404"/>
              <a:gd name="T4" fmla="*/ 234 w 236"/>
              <a:gd name="T5" fmla="*/ 404 h 404"/>
              <a:gd name="T6" fmla="*/ 236 w 236"/>
              <a:gd name="T7" fmla="*/ 134 h 404"/>
              <a:gd name="T8" fmla="*/ 2 w 236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4">
                <a:moveTo>
                  <a:pt x="2" y="0"/>
                </a:moveTo>
                <a:lnTo>
                  <a:pt x="0" y="270"/>
                </a:lnTo>
                <a:lnTo>
                  <a:pt x="234" y="404"/>
                </a:lnTo>
                <a:lnTo>
                  <a:pt x="236" y="134"/>
                </a:lnTo>
                <a:lnTo>
                  <a:pt x="2" y="0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636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5" name="Freeform 42"/>
          <p:cNvSpPr>
            <a:spLocks/>
          </p:cNvSpPr>
          <p:nvPr userDrawn="1"/>
        </p:nvSpPr>
        <p:spPr bwMode="auto">
          <a:xfrm flipH="1">
            <a:off x="8119499" y="854075"/>
            <a:ext cx="739775" cy="428625"/>
          </a:xfrm>
          <a:custGeom>
            <a:avLst/>
            <a:gdLst>
              <a:gd name="T0" fmla="*/ 466 w 466"/>
              <a:gd name="T1" fmla="*/ 136 h 270"/>
              <a:gd name="T2" fmla="*/ 232 w 466"/>
              <a:gd name="T3" fmla="*/ 270 h 270"/>
              <a:gd name="T4" fmla="*/ 0 w 466"/>
              <a:gd name="T5" fmla="*/ 136 h 270"/>
              <a:gd name="T6" fmla="*/ 232 w 466"/>
              <a:gd name="T7" fmla="*/ 0 h 270"/>
              <a:gd name="T8" fmla="*/ 466 w 466"/>
              <a:gd name="T9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6"/>
                </a:moveTo>
                <a:lnTo>
                  <a:pt x="232" y="270"/>
                </a:lnTo>
                <a:lnTo>
                  <a:pt x="0" y="136"/>
                </a:lnTo>
                <a:lnTo>
                  <a:pt x="232" y="0"/>
                </a:lnTo>
                <a:lnTo>
                  <a:pt x="466" y="136"/>
                </a:lnTo>
                <a:close/>
              </a:path>
            </a:pathLst>
          </a:custGeom>
          <a:gradFill>
            <a:gsLst>
              <a:gs pos="100000">
                <a:srgbClr val="60AEEA"/>
              </a:gs>
              <a:gs pos="0">
                <a:srgbClr val="65BDF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6" name="Freeform 43"/>
          <p:cNvSpPr>
            <a:spLocks/>
          </p:cNvSpPr>
          <p:nvPr userDrawn="1"/>
        </p:nvSpPr>
        <p:spPr bwMode="auto">
          <a:xfrm flipH="1">
            <a:off x="8119499" y="5137150"/>
            <a:ext cx="739775" cy="428625"/>
          </a:xfrm>
          <a:custGeom>
            <a:avLst/>
            <a:gdLst>
              <a:gd name="T0" fmla="*/ 466 w 466"/>
              <a:gd name="T1" fmla="*/ 134 h 270"/>
              <a:gd name="T2" fmla="*/ 232 w 466"/>
              <a:gd name="T3" fmla="*/ 270 h 270"/>
              <a:gd name="T4" fmla="*/ 0 w 466"/>
              <a:gd name="T5" fmla="*/ 134 h 270"/>
              <a:gd name="T6" fmla="*/ 232 w 466"/>
              <a:gd name="T7" fmla="*/ 0 h 270"/>
              <a:gd name="T8" fmla="*/ 466 w 466"/>
              <a:gd name="T9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4"/>
                </a:moveTo>
                <a:lnTo>
                  <a:pt x="232" y="270"/>
                </a:lnTo>
                <a:lnTo>
                  <a:pt x="0" y="134"/>
                </a:lnTo>
                <a:lnTo>
                  <a:pt x="232" y="0"/>
                </a:lnTo>
                <a:lnTo>
                  <a:pt x="466" y="134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B747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7" name="Freeform 44"/>
          <p:cNvSpPr>
            <a:spLocks/>
          </p:cNvSpPr>
          <p:nvPr userDrawn="1"/>
        </p:nvSpPr>
        <p:spPr bwMode="auto">
          <a:xfrm flipH="1">
            <a:off x="9600637" y="425450"/>
            <a:ext cx="365125" cy="1069975"/>
          </a:xfrm>
          <a:custGeom>
            <a:avLst/>
            <a:gdLst>
              <a:gd name="T0" fmla="*/ 230 w 230"/>
              <a:gd name="T1" fmla="*/ 674 h 674"/>
              <a:gd name="T2" fmla="*/ 0 w 230"/>
              <a:gd name="T3" fmla="*/ 540 h 674"/>
              <a:gd name="T4" fmla="*/ 0 w 230"/>
              <a:gd name="T5" fmla="*/ 0 h 674"/>
              <a:gd name="T6" fmla="*/ 230 w 230"/>
              <a:gd name="T7" fmla="*/ 136 h 674"/>
              <a:gd name="T8" fmla="*/ 230 w 230"/>
              <a:gd name="T9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674">
                <a:moveTo>
                  <a:pt x="230" y="674"/>
                </a:moveTo>
                <a:lnTo>
                  <a:pt x="0" y="540"/>
                </a:lnTo>
                <a:lnTo>
                  <a:pt x="0" y="0"/>
                </a:lnTo>
                <a:lnTo>
                  <a:pt x="230" y="136"/>
                </a:lnTo>
                <a:lnTo>
                  <a:pt x="230" y="674"/>
                </a:lnTo>
                <a:close/>
              </a:path>
            </a:pathLst>
          </a:custGeom>
          <a:gradFill>
            <a:gsLst>
              <a:gs pos="100000">
                <a:srgbClr val="FFAC49"/>
              </a:gs>
              <a:gs pos="0">
                <a:srgbClr val="FDBD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98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42431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17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vert="horz" lIns="0" tIns="0" rIns="0" bIns="0" rtlCol="0">
            <a:noAutofit/>
          </a:bodyPr>
          <a:lstStyle>
            <a:lvl1pPr algn="r" rtl="0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460825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806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109311" y="1544274"/>
            <a:ext cx="3350851" cy="1495794"/>
          </a:xfrm>
          <a:noFill/>
        </p:spPr>
        <p:txBody>
          <a:bodyPr wrap="square" lIns="0" tIns="0" rIns="0" bIns="0" anchor="b">
            <a:noAutofit/>
          </a:bodyPr>
          <a:lstStyle>
            <a:lvl1pPr algn="r"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9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KW" sz="5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274320" tIns="274320" rIns="274320" bIns="137160" rtlCol="0" anchor="b" anchorCtr="0">
            <a:noAutofit/>
          </a:bodyPr>
          <a:lstStyle>
            <a:lvl1pPr>
              <a:defRPr lang="ar-KW" sz="5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 algn="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SA"/>
              <a:t>نص عريض</a:t>
            </a:r>
            <a:endParaRPr lang="ar-KW"/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9957561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2574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بيان النص العظيم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7797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710055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 flipH="1">
            <a:off x="8112492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3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1810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9443" y="0"/>
            <a:ext cx="416951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white">
          <a:xfrm flipH="1">
            <a:off x="5020044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5268686" y="512763"/>
            <a:ext cx="5887464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2378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811123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8432857" y="2681103"/>
            <a:ext cx="3027305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0550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6099977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988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696969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13708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algn="r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6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1567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800725"/>
            <a:ext cx="1733550" cy="1057275"/>
          </a:xfrm>
          <a:custGeom>
            <a:avLst/>
            <a:gdLst/>
            <a:ahLst/>
            <a:cxnLst/>
            <a:rect l="l" t="t" r="r" b="b"/>
            <a:pathLst>
              <a:path w="1733550" h="1057275">
                <a:moveTo>
                  <a:pt x="0" y="0"/>
                </a:moveTo>
                <a:lnTo>
                  <a:pt x="0" y="1057274"/>
                </a:lnTo>
                <a:lnTo>
                  <a:pt x="1733550" y="10572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96" y="6303708"/>
            <a:ext cx="360464" cy="38468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2596" y="558291"/>
            <a:ext cx="381507" cy="835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43945" y="747648"/>
            <a:ext cx="638810" cy="449580"/>
          </a:xfrm>
          <a:custGeom>
            <a:avLst/>
            <a:gdLst/>
            <a:ahLst/>
            <a:cxnLst/>
            <a:rect l="l" t="t" r="r" b="b"/>
            <a:pathLst>
              <a:path w="638809" h="449580">
                <a:moveTo>
                  <a:pt x="63500" y="0"/>
                </a:moveTo>
                <a:lnTo>
                  <a:pt x="0" y="106552"/>
                </a:lnTo>
                <a:lnTo>
                  <a:pt x="575309" y="449072"/>
                </a:lnTo>
                <a:lnTo>
                  <a:pt x="638809" y="342518"/>
                </a:lnTo>
                <a:lnTo>
                  <a:pt x="63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27336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969"/>
                </a:solidFill>
                <a:latin typeface="Tahoma"/>
                <a:cs typeface="Tahoma"/>
              </a:defRPr>
            </a:lvl1pPr>
          </a:lstStyle>
          <a:p>
            <a:pPr marL="12700" marR="5080" algn="r">
              <a:lnSpc>
                <a:spcPct val="100000"/>
              </a:lnSpc>
              <a:spcBef>
                <a:spcPts val="384"/>
              </a:spcBef>
            </a:pPr>
            <a:r>
              <a:rPr spc="-175"/>
              <a:t>ءالكولا</a:t>
            </a:r>
            <a:r>
              <a:rPr spc="-65"/>
              <a:t> </a:t>
            </a:r>
            <a:r>
              <a:rPr spc="-275"/>
              <a:t>ىلإ</a:t>
            </a:r>
            <a:r>
              <a:rPr spc="-60"/>
              <a:t> </a:t>
            </a:r>
            <a:r>
              <a:rPr spc="-95"/>
              <a:t>رماوألا</a:t>
            </a:r>
            <a:r>
              <a:rPr spc="-65"/>
              <a:t> </a:t>
            </a:r>
            <a:r>
              <a:rPr spc="-195"/>
              <a:t>ةسدنه</a:t>
            </a:r>
            <a:r>
              <a:rPr spc="-75"/>
              <a:t> </a:t>
            </a:r>
            <a:r>
              <a:rPr spc="-100"/>
              <a:t>نم</a:t>
            </a:r>
            <a:r>
              <a:rPr spc="-75"/>
              <a:t> </a:t>
            </a:r>
            <a:r>
              <a:rPr spc="-340"/>
              <a:t>يديلوتلا</a:t>
            </a:r>
            <a:r>
              <a:rPr spc="-55"/>
              <a:t> </a:t>
            </a:r>
            <a:r>
              <a:rPr spc="-210"/>
              <a:t>يعانطصالا</a:t>
            </a:r>
            <a:r>
              <a:rPr spc="-75"/>
              <a:t> </a:t>
            </a:r>
            <a:r>
              <a:rPr spc="-150"/>
              <a:t>ءاكذلا</a:t>
            </a:r>
            <a:r>
              <a:rPr spc="-60"/>
              <a:t> </a:t>
            </a:r>
            <a:r>
              <a:rPr spc="-275"/>
              <a:t>جمانرب</a:t>
            </a:r>
          </a:p>
          <a:p>
            <a:pPr marL="2082800" marR="153670" algn="r">
              <a:lnSpc>
                <a:spcPct val="100000"/>
              </a:lnSpc>
              <a:spcBef>
                <a:spcPts val="985"/>
              </a:spcBef>
            </a:pPr>
            <a:r>
              <a:rPr spc="-25"/>
              <a:t>2025</a:t>
            </a:r>
            <a:r>
              <a:rPr spc="-95"/>
              <a:t> </a:t>
            </a:r>
            <a:r>
              <a:t>//</a:t>
            </a:r>
            <a:r>
              <a:rPr spc="-70"/>
              <a:t> </a:t>
            </a:r>
            <a:r>
              <a:rPr spc="-409"/>
              <a:t>ويلوي</a:t>
            </a:r>
            <a:r>
              <a:rPr spc="-40"/>
              <a:t> </a:t>
            </a:r>
            <a:r>
              <a:rPr spc="-25"/>
              <a:t>31</a:t>
            </a:r>
            <a:r>
              <a:rPr spc="-100"/>
              <a:t> </a:t>
            </a:r>
            <a:r>
              <a:rPr spc="-70"/>
              <a:t>–</a:t>
            </a:r>
            <a:r>
              <a:rPr spc="-75"/>
              <a:t> </a:t>
            </a:r>
            <a:r>
              <a:rPr spc="-420"/>
              <a:t>وينوي</a:t>
            </a:r>
            <a:r>
              <a:rPr spc="-40"/>
              <a:t> </a:t>
            </a:r>
            <a:r>
              <a:rPr spc="-25"/>
              <a:t>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331175730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F269-4091-A548-D1D9-EDF58DC2A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8B983-8084-FAA4-2868-EDA8C7A3F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FE0C-1014-EBF9-7E9C-428C2CAA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FDE85-892D-E9D5-A16B-E4F06A35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DBD79-E13D-F711-1788-A4293214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6622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1FFD-3FE9-5D27-F8F9-5959C031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AE47-454A-F4E1-82A4-EDC33438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0AEDA-4FAB-C078-4E96-3149A8DF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2F637-6E4D-E277-287F-B49DE0E2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A7D8-7F80-23EE-A672-170A26EB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6003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D1E6-061B-3BD4-DA4C-F07034E43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1D187-07C6-C093-6079-BB36C9AED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A6961-6AFE-2AEB-A362-E556F5E5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CCC4-DC06-B0F8-7570-6A6BC371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512D-D51E-2B40-0650-5B95AF66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7010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88FE-FA63-6507-8A19-4743C9E8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08110-A76B-6FE8-C40B-D41BC9A45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7C88-7D2E-EF89-3F65-0F6979F37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B6E2D-D3AF-713F-0CEF-4C40E146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E3DE-CCE9-85C5-DF17-520CA42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A7B75-954F-F449-BE69-ACF3DA2A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0782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69F-99F2-B3AB-E414-24F909AA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7B04-C913-E1AD-6130-34DC755C7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00E42-1CDA-EB0A-850B-E110439DE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02F05-FBF0-1A4A-F448-6282EBA3E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EF672-8621-D71C-5C7A-1118DEDFE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845D46-63FB-2909-AFF2-E57D79B7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72377-E864-C4DF-0528-6075C1E0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89F32-AF98-FCF5-F5AB-5E369BBF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934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BF9-2B8E-84F6-B39E-F1BF5401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FF29B-9B6A-737B-F7C3-ABF01570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F3170-51EC-D820-B076-4A14FEA4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6D8F7-B640-16AF-07E9-BCE6CC7D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6521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16B200-D685-B7D6-4DDD-9EB54A8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228E7-A1D3-14CB-3E4C-D7FAA00C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D96B0-6BDE-D65F-53E0-FD76AF5E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092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075A-59B7-937A-57DD-9A69C563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889D-C0B3-9624-237C-62B464A9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D03E9-59A4-9A89-A78C-3F01FF589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F5C45-323F-32DF-D3BB-361E1FF6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82EA3-AE45-CFB4-879E-0DD85B23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57A96-3284-7E81-DA4A-2D24B179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6572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13CA-B20C-AEB0-A57C-165404F3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80279-2BB0-D9CE-7373-9D94CA4B2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B080B-7BD1-A32C-8291-04FBD8718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0DCF9-274D-3AC4-2E05-886590F5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958BF-3113-C9F4-E6F7-1062B3F8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96075-52B0-C9D1-5D6B-F1B20012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1774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9480-EB76-C394-A396-D26C5468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BACB0-655D-BE71-BD1E-16D4E0DF7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585E-16C9-080B-654A-73461D52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9B52-B2B2-496E-53BF-61187F18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F1B10-FD05-6DAF-8EBE-C9DF3C44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4583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7E4EE-DEAD-765F-8151-E339A4667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DD7A4-5E5C-D069-B0FA-37A66BC54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54D5-010F-2FF6-A389-B93A9DB4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2CD2-5FB2-1400-16F9-A316737B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099F-F99C-050A-FC31-6AAB4516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2328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6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4586287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C1D11-6E8E-8950-6AD2-54218C520A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49"/>
            <a:ext cx="2218883" cy="104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5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theme" Target="../theme/theme1.xml"/><Relationship Id="rId77" Type="http://schemas.openxmlformats.org/officeDocument/2006/relationships/tags" Target="../tags/tag2.xml"/><Relationship Id="rId78" Type="http://schemas.openxmlformats.org/officeDocument/2006/relationships/oleObject" Target="../embeddings/oleObject1.bin"/><Relationship Id="rId79" Type="http://schemas.openxmlformats.org/officeDocument/2006/relationships/image" Target="../media/image1.emf"/><Relationship Id="rId80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theme" Target="../theme/theme2.xml"/><Relationship Id="rId18" Type="http://schemas.openxmlformats.org/officeDocument/2006/relationships/tags" Target="../tags/tag88.xml"/><Relationship Id="rId19" Type="http://schemas.openxmlformats.org/officeDocument/2006/relationships/oleObject" Target="../embeddings/oleObject1.bin"/><Relationship Id="rId20" Type="http://schemas.openxmlformats.org/officeDocument/2006/relationships/image" Target="../media/image1.emf"/><Relationship Id="rId21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3.xml"/><Relationship Id="rId13" Type="http://schemas.openxmlformats.org/officeDocument/2006/relationships/theme" Target="../theme/theme3.xml"/><Relationship Id="rId14" Type="http://schemas.openxmlformats.org/officeDocument/2006/relationships/tags" Target="../tags/tag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8" imgW="270" imgH="270" progId="TCLayout.ActiveDocument.1">
                  <p:embed/>
                </p:oleObj>
              </mc:Choice>
              <mc:Fallback>
                <p:oleObj name="think-cell Slide" r:id="rId7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6" name="Right Triangle 5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825625"/>
            <a:ext cx="1076483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ar-KW"/>
              <a:t>تحرير أنماط النص الرئيسي</a:t>
            </a:r>
          </a:p>
          <a:p>
            <a:pPr lvl="1"/>
            <a:r>
              <a:rPr lang="ar-KW"/>
              <a:t>المستوى الثاني</a:t>
            </a:r>
          </a:p>
          <a:p>
            <a:pPr lvl="2"/>
            <a:r>
              <a:rPr lang="ar-KW"/>
              <a:t>المستوى الثالث</a:t>
            </a:r>
          </a:p>
          <a:p>
            <a:pPr lvl="2"/>
            <a:endParaRPr lang="en-US"/>
          </a:p>
          <a:p>
            <a:pPr lvl="3"/>
            <a:r>
              <a:rPr lang="ar-KW"/>
              <a:t>المستوى الرابع</a:t>
            </a:r>
            <a:endParaRPr lang="en-US"/>
          </a:p>
          <a:p>
            <a:pPr lvl="4"/>
            <a:r>
              <a:rPr lang="ar-KW"/>
              <a:t>المستوى الخامس</a:t>
            </a:r>
            <a:endParaRPr lang="en-US"/>
          </a:p>
          <a:p>
            <a:pPr lvl="5"/>
            <a:r>
              <a:rPr lang="ar-KW"/>
              <a:t>المستوى السادس</a:t>
            </a:r>
          </a:p>
          <a:p>
            <a:pPr lvl="6"/>
            <a:r>
              <a:rPr lang="ar-KW"/>
              <a:t>المستوى السابع</a:t>
            </a:r>
            <a:endParaRPr lang="en-US"/>
          </a:p>
          <a:p>
            <a:pPr lvl="7"/>
            <a:r>
              <a:rPr lang="ar-KW"/>
              <a:t>المستوى الثامن</a:t>
            </a:r>
            <a:endParaRPr lang="en-US"/>
          </a:p>
          <a:p>
            <a:pPr lvl="8"/>
            <a:r>
              <a:rPr lang="ar-KW"/>
              <a:t>تسعة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512763"/>
            <a:ext cx="10764837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DIN Next LT Arabic Light"/>
                <a:ea typeface="+mn-ea"/>
                <a:cs typeface="DIN Next LT Arabic Light"/>
                <a:sym typeface="+mn-lt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DIN Next LT Arabic Light"/>
              <a:ea typeface="+mn-ea"/>
              <a:cs typeface="DIN Next LT Arabic Light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539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5" r:id="rId74"/>
    <p:sldLayoutId id="2147483736" r:id="rId75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273370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r" defTabSz="914400" rtl="1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r" defTabSz="914400" rtl="1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None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None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r" defTabSz="914400" rtl="1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None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None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270" imgH="270" progId="TCLayout.ActiveDocument.1">
                  <p:embed/>
                </p:oleObj>
              </mc:Choice>
              <mc:Fallback>
                <p:oleObj name="think-cell Slide" r:id="rId19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6" name="Right Triangle 5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825625"/>
            <a:ext cx="1076483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ar-KW"/>
              <a:t>تحرير أنماط النص الرئيسي</a:t>
            </a:r>
          </a:p>
          <a:p>
            <a:pPr lvl="1"/>
            <a:r>
              <a:rPr lang="ar-KW"/>
              <a:t>المستوى الثاني</a:t>
            </a:r>
          </a:p>
          <a:p>
            <a:pPr lvl="2"/>
            <a:r>
              <a:rPr lang="ar-KW"/>
              <a:t>المستوى الثالث</a:t>
            </a:r>
          </a:p>
          <a:p>
            <a:pPr lvl="2"/>
            <a:endParaRPr lang="en-US"/>
          </a:p>
          <a:p>
            <a:pPr lvl="3"/>
            <a:r>
              <a:rPr lang="ar-KW"/>
              <a:t>المستوى الرابع</a:t>
            </a:r>
            <a:endParaRPr lang="en-US"/>
          </a:p>
          <a:p>
            <a:pPr lvl="4"/>
            <a:r>
              <a:rPr lang="ar-KW"/>
              <a:t>المستوى الخامس</a:t>
            </a:r>
            <a:endParaRPr lang="en-US"/>
          </a:p>
          <a:p>
            <a:pPr lvl="5"/>
            <a:r>
              <a:rPr lang="ar-KW"/>
              <a:t>المستوى السادس</a:t>
            </a:r>
          </a:p>
          <a:p>
            <a:pPr lvl="6"/>
            <a:r>
              <a:rPr lang="ar-KW"/>
              <a:t>المستوى السابع</a:t>
            </a:r>
            <a:endParaRPr lang="en-US"/>
          </a:p>
          <a:p>
            <a:pPr lvl="7"/>
            <a:r>
              <a:rPr lang="ar-KW"/>
              <a:t>المستوى الثامن</a:t>
            </a:r>
            <a:endParaRPr lang="en-US"/>
          </a:p>
          <a:p>
            <a:pPr lvl="8"/>
            <a:r>
              <a:rPr lang="ar-KW"/>
              <a:t>تسعة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512763"/>
            <a:ext cx="10764837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431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823" r:id="rId16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273370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r" defTabSz="914400" rtl="1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r" defTabSz="914400" rtl="1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None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None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r" defTabSz="914400" rtl="1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None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None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794A0-F100-3A78-CCD0-449D42F1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269F4-EFA6-2875-3B0F-85DD67C43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4BB16-602D-C722-1887-7EE2FC93D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FA07B-9DA1-42B4-A97E-C2C6AFB9929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2CD0-7F15-E903-82BA-AB1193224E1D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ar-SA" sz="800" b="0" i="0" u="none">
                <a:solidFill>
                  <a:srgbClr val="06C258"/>
                </a:solidFill>
              </a:defRPr>
            </a:lvl1pPr>
          </a:lstStyle>
          <a:p>
            <a:r>
              <a:rPr lang="ar-SA"/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088B2-18B6-00FE-3A49-BD6677F6B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B4894-8064-4FFD-BD65-16D361C5D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86784" y="512064"/>
            <a:ext cx="7178040" cy="9052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3200" b="1">
                <a:solidFill>
                  <a:srgbClr val="273370"/>
                </a:solidFill>
                <a:latin typeface="Markazi Text"/>
                <a:cs typeface="Markazi Text"/>
              </a:rPr>
              <a:t>نموذجان صينيان جديدان خلال أسبوع واحد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55680" y="1572768"/>
            <a:ext cx="54864" cy="429768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90688" y="1554480"/>
            <a:ext cx="329184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2000" b="1">
                <a:solidFill>
                  <a:srgbClr val="273370"/>
                </a:solidFill>
                <a:latin typeface="Markazi Text"/>
                <a:cs typeface="Markazi Text"/>
              </a:rPr>
              <a:t>ما الذي صدر: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8172" y="2121408"/>
            <a:ext cx="5262372" cy="1572768"/>
          </a:xfrm>
          <a:prstGeom prst="roundRect">
            <a:avLst>
              <a:gd name="adj" fmla="val 5746"/>
            </a:avLst>
          </a:prstGeom>
          <a:solidFill>
            <a:srgbClr val="FFFFFF"/>
          </a:solidFill>
          <a:ln w="19050">
            <a:solidFill>
              <a:srgbClr val="2733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57900" y="2187244"/>
            <a:ext cx="504291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1">
                <a:solidFill>
                  <a:srgbClr val="273370"/>
                </a:solidFill>
                <a:latin typeface="Markazi Text"/>
                <a:cs typeface="Markazi Text"/>
              </a:rPr>
              <a:t>Kimi K3 من Moonshot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7900" y="2498140"/>
            <a:ext cx="5042916" cy="113019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>
                <a:solidFill>
                  <a:srgbClr val="3C3C40"/>
                </a:solidFill>
                <a:latin typeface="Markazi Text Medium"/>
                <a:cs typeface="Markazi Text Medium"/>
              </a:rPr>
              <a:t>صدر في 16 يوليو 2026 بـ 2.8 تريليون معامل ونافذة سياق مليون رمز، ونُشرت أوزانه مفتوحة في 26 يوليو.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121408"/>
            <a:ext cx="5262372" cy="1572768"/>
          </a:xfrm>
          <a:prstGeom prst="roundRect">
            <a:avLst>
              <a:gd name="adj" fmla="val 5746"/>
            </a:avLst>
          </a:prstGeom>
          <a:solidFill>
            <a:srgbClr val="FFFFFF"/>
          </a:solidFill>
          <a:ln w="19050">
            <a:solidFill>
              <a:srgbClr val="2733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2187244"/>
            <a:ext cx="504291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1">
                <a:solidFill>
                  <a:srgbClr val="273370"/>
                </a:solidFill>
                <a:latin typeface="Markazi Text"/>
                <a:cs typeface="Markazi Text"/>
              </a:rPr>
              <a:t>Qwen3.8-Max من علي بابا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498140"/>
            <a:ext cx="5042916" cy="113019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>
                <a:solidFill>
                  <a:srgbClr val="3C3C40"/>
                </a:solidFill>
                <a:latin typeface="Markazi Text Medium"/>
                <a:cs typeface="Markazi Text Medium"/>
              </a:rPr>
              <a:t>أُعلن في 19 يوليو 2026 بـ 2.4 تريليون معامل متعدد الوسائط، وما زال معاينة بلا بطاقة نموذج ولا أوزان منشورة.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7159" y="4069080"/>
            <a:ext cx="3453384" cy="777240"/>
          </a:xfrm>
          <a:prstGeom prst="roundRect">
            <a:avLst>
              <a:gd name="adj" fmla="val 5746"/>
            </a:avLst>
          </a:prstGeom>
          <a:solidFill>
            <a:srgbClr val="FFFFFF"/>
          </a:solidFill>
          <a:ln w="19050">
            <a:solidFill>
              <a:srgbClr val="2733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12024" y="4032504"/>
            <a:ext cx="1036015" cy="8503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2800" b="1">
                <a:solidFill>
                  <a:srgbClr val="273370"/>
                </a:solidFill>
                <a:latin typeface="Markazi Text"/>
                <a:cs typeface="Markazi Text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6327" y="4215384"/>
            <a:ext cx="0" cy="484632"/>
          </a:xfrm>
          <a:prstGeom prst="line">
            <a:avLst/>
          </a:prstGeom>
          <a:ln w="12700">
            <a:solidFill>
              <a:srgbClr val="273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93759" y="4050792"/>
            <a:ext cx="658368" cy="8138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1400" b="0">
                <a:solidFill>
                  <a:srgbClr val="273370"/>
                </a:solidFill>
                <a:latin typeface="Markazi Text Medium"/>
                <a:cs typeface="Markazi Text Medium"/>
              </a:rPr>
              <a:t>أيام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9559" y="4105656"/>
            <a:ext cx="1539544" cy="7040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500" b="0">
                <a:solidFill>
                  <a:srgbClr val="273370"/>
                </a:solidFill>
                <a:latin typeface="Markazi Text Medium"/>
                <a:cs typeface="Markazi Text Medium"/>
              </a:rPr>
              <a:t>بين الإصدارين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9183" y="4069080"/>
            <a:ext cx="3453384" cy="777240"/>
          </a:xfrm>
          <a:prstGeom prst="roundRect">
            <a:avLst>
              <a:gd name="adj" fmla="val 5746"/>
            </a:avLst>
          </a:prstGeom>
          <a:solidFill>
            <a:srgbClr val="FFFFFF"/>
          </a:solidFill>
          <a:ln w="19050">
            <a:solidFill>
              <a:srgbClr val="2733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94047" y="4032504"/>
            <a:ext cx="1036015" cy="8503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2800" b="1">
                <a:solidFill>
                  <a:srgbClr val="273370"/>
                </a:solidFill>
                <a:latin typeface="Markazi Text"/>
                <a:cs typeface="Markazi Text"/>
              </a:rPr>
              <a:t>2.8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48351" y="4215384"/>
            <a:ext cx="0" cy="484632"/>
          </a:xfrm>
          <a:prstGeom prst="line">
            <a:avLst/>
          </a:prstGeom>
          <a:ln w="12700">
            <a:solidFill>
              <a:srgbClr val="273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75783" y="4050792"/>
            <a:ext cx="658368" cy="8138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1400" b="0">
                <a:solidFill>
                  <a:srgbClr val="273370"/>
                </a:solidFill>
                <a:latin typeface="Markazi Text Medium"/>
                <a:cs typeface="Markazi Text Medium"/>
              </a:rPr>
              <a:t>تريليون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583" y="4105656"/>
            <a:ext cx="1539544" cy="7040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500" b="0">
                <a:solidFill>
                  <a:srgbClr val="273370"/>
                </a:solidFill>
                <a:latin typeface="Markazi Text Medium"/>
                <a:cs typeface="Markazi Text Medium"/>
              </a:rPr>
              <a:t>أكبر نموذج مفتوح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4069080"/>
            <a:ext cx="3453384" cy="777240"/>
          </a:xfrm>
          <a:prstGeom prst="roundRect">
            <a:avLst>
              <a:gd name="adj" fmla="val 5746"/>
            </a:avLst>
          </a:prstGeom>
          <a:solidFill>
            <a:srgbClr val="FFFFFF"/>
          </a:solidFill>
          <a:ln w="19050">
            <a:solidFill>
              <a:srgbClr val="2733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6071" y="4032504"/>
            <a:ext cx="1036015" cy="8503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2800" b="1">
                <a:solidFill>
                  <a:srgbClr val="273370"/>
                </a:solidFill>
                <a:latin typeface="Markazi Text"/>
                <a:cs typeface="Markazi Text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30375" y="4215384"/>
            <a:ext cx="0" cy="484632"/>
          </a:xfrm>
          <a:prstGeom prst="line">
            <a:avLst/>
          </a:prstGeom>
          <a:ln w="12700">
            <a:solidFill>
              <a:srgbClr val="273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57807" y="4050792"/>
            <a:ext cx="658368" cy="8138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1400" b="0">
                <a:solidFill>
                  <a:srgbClr val="273370"/>
                </a:solidFill>
                <a:latin typeface="Markazi Text Medium"/>
                <a:cs typeface="Markazi Text Medium"/>
              </a:rPr>
              <a:t>مليون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3607" y="4105656"/>
            <a:ext cx="1539544" cy="7040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500" b="0">
                <a:solidFill>
                  <a:srgbClr val="273370"/>
                </a:solidFill>
                <a:latin typeface="Markazi Text Medium"/>
                <a:cs typeface="Markazi Text Medium"/>
              </a:rPr>
              <a:t>نافذة السياق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7" y="5257800"/>
            <a:ext cx="10689336" cy="960120"/>
          </a:xfrm>
          <a:prstGeom prst="roundRect">
            <a:avLst>
              <a:gd name="adj" fmla="val 5746"/>
            </a:avLst>
          </a:prstGeom>
          <a:solidFill>
            <a:srgbClr val="1D265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0936" y="5323636"/>
            <a:ext cx="104698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1">
                <a:solidFill>
                  <a:srgbClr val="FFFFFF"/>
                </a:solidFill>
                <a:latin typeface="Markazi Text"/>
                <a:cs typeface="Markazi Text"/>
              </a:rPr>
              <a:t>النماذج تتغير، وطريقة التفويض تبقى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5634532"/>
            <a:ext cx="10469880" cy="51755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>
                <a:solidFill>
                  <a:srgbClr val="FFFFFF"/>
                </a:solidFill>
                <a:latin typeface="Markazi Text Medium"/>
                <a:cs typeface="Markazi Text Medium"/>
              </a:rPr>
              <a:t>ترتيب الصدارة يتبدل كل بضعة أسابيع. ما ينتقل معك هو RICE والسياق وحدود الصلاحية، لا اسم النموذج.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NkRDNcLxhpRQPIXz1Ih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gNHwxJLIj5b2skFSTQG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39KM.Iq6Ckur9LiaEq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uPOthkmA9TIHHW_xmAo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BS3K3EVNUmGb2b_6LHJ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N8.AOYeF7LPHWrQkUJ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qbNhM2Temm9duJkdRC6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NkRDNcLxhpRQPIXz1Ih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gNHwxJLIj5b2skFSTQG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39KM.Iq6Ckur9LiaEqx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uPOthkmA9TIHHW_xmAo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heme/theme1.xml><?xml version="1.0" encoding="utf-8"?>
<a:theme xmlns:a="http://schemas.openxmlformats.org/drawingml/2006/main" name="SDAIA Grid 16:9 Arabic">
  <a:themeElements>
    <a:clrScheme name="Custom 4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Custom 7">
      <a:majorFont>
        <a:latin typeface="DIN Next LT Arabic Light"/>
        <a:ea typeface=""/>
        <a:cs typeface="DIN Next LT Arabic Light"/>
      </a:majorFont>
      <a:minorFont>
        <a:latin typeface="DIN Next LT Arabic Light"/>
        <a:ea typeface=""/>
        <a:cs typeface="DIN Next LT Arabic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rtl="1">
          <a:lnSpc>
            <a:spcPct val="90000"/>
          </a:lnSpc>
          <a:spcAft>
            <a:spcPts val="1000"/>
          </a:spcAft>
          <a:defRPr sz="16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 rtl="1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1_SDAIA Grid 16:9 Arabic">
  <a:themeElements>
    <a:clrScheme name="Custom 4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Custom 7">
      <a:majorFont>
        <a:latin typeface="DIN Next LT Arabic Light"/>
        <a:ea typeface=""/>
        <a:cs typeface="DIN Next LT Arabic Light"/>
      </a:majorFont>
      <a:minorFont>
        <a:latin typeface="DIN Next LT Arabic Light"/>
        <a:ea typeface=""/>
        <a:cs typeface="DIN Next LT Arabic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0" tIns="0" rIns="0" bIns="0" rtlCol="0" anchor="ctr" anchorCtr="0">
        <a:noAutofit/>
      </a:bodyPr>
      <a:lstStyle>
        <a:defPPr algn="ctr">
          <a:lnSpc>
            <a:spcPct val="130000"/>
          </a:lnSpc>
          <a:spcBef>
            <a:spcPts val="1000"/>
          </a:spcBef>
          <a:defRPr sz="2000" dirty="0">
            <a:solidFill>
              <a:srgbClr val="262626"/>
            </a:solidFill>
            <a:latin typeface="HelveticaNeueLT Arabic 45 Light" panose="020B0403020202020204" pitchFamily="34" charset="-78"/>
            <a:cs typeface="HelveticaNeueLT Arabic 45 Light" panose="020B0403020202020204" pitchFamily="34" charset="-7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 rtl="1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4">
    <a:dk1>
      <a:srgbClr val="696969"/>
    </a:dk1>
    <a:lt1>
      <a:srgbClr val="FFFFFF"/>
    </a:lt1>
    <a:dk2>
      <a:srgbClr val="273370"/>
    </a:dk2>
    <a:lt2>
      <a:srgbClr val="FFFFFF"/>
    </a:lt2>
    <a:accent1>
      <a:srgbClr val="131938"/>
    </a:accent1>
    <a:accent2>
      <a:srgbClr val="1D2654"/>
    </a:accent2>
    <a:accent3>
      <a:srgbClr val="FCBD4C"/>
    </a:accent3>
    <a:accent4>
      <a:srgbClr val="94A0DA"/>
    </a:accent4>
    <a:accent5>
      <a:srgbClr val="8C8C8C"/>
    </a:accent5>
    <a:accent6>
      <a:srgbClr val="33CC99"/>
    </a:accent6>
    <a:hlink>
      <a:srgbClr val="0563C1"/>
    </a:hlink>
    <a:folHlink>
      <a:srgbClr val="0563C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26</Notes>
  <HiddenSlides>10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SDAIA Grid 16:9 Arabic</vt:lpstr>
      <vt:lpstr>1_SDAIA Grid 16:9 Arabic</vt:lpstr>
      <vt:lpstr>Office Theme</vt:lpstr>
      <vt:lpstr>البرنامج التأهيلي لمسابقة WRO العالمية 2026م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شكراً لكم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Norah Albuqami</dc:creator>
  <cp:revision>1</cp:revision>
  <dcterms:created xsi:type="dcterms:W3CDTF">2025-05-13T10:41:14Z</dcterms:created>
  <dcterms:modified xsi:type="dcterms:W3CDTF">2026-06-29T10:38:56Z</dcterms:modified>
</cp:coreProperties>
</file>